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31" r:id="rId3"/>
    <p:sldId id="340" r:id="rId4"/>
    <p:sldId id="320" r:id="rId5"/>
    <p:sldId id="313" r:id="rId6"/>
    <p:sldId id="342" r:id="rId7"/>
    <p:sldId id="341" r:id="rId8"/>
    <p:sldId id="333" r:id="rId9"/>
    <p:sldId id="312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EFF98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034F-5C94-A8AC-DB66-CDCC2C4B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1D682A5-C5D6-1D23-B075-274D91B54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D3F290-F4DB-EE66-9A0F-434D23F39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FCE69-EFC6-182E-3E92-0D69EC6B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50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F7DDA-34C2-5860-40A0-DB96E382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2F7D7D1-89B6-DE65-8756-67624128E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5252D3-9FD1-6701-C572-49FA29CD9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8266E4-FCA7-8B5F-DBC0-CD32A64AC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0456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3AB67-F3F6-D6A6-744A-98A897301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FF1095-A262-6C89-2CC2-7865F1C18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C62A65-4DBF-C7A9-FD84-133D2FBDF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5E276C-54DA-ACAE-690C-F6A88BEC1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1977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F801-3C79-13ED-5674-5A866E8D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BCE0A8B-BBA9-9148-D4FA-EF2DF8871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EA68714-CBC3-73E9-253A-9E5BB506C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0AFDB9-5B66-82B1-58FE-C4EE312D2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380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5/5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7" y="6248064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9CC5FB41-8AC6-C593-7D96-F0E2BD889B26}"/>
              </a:ext>
            </a:extLst>
          </p:cNvPr>
          <p:cNvGrpSpPr/>
          <p:nvPr/>
        </p:nvGrpSpPr>
        <p:grpSpPr>
          <a:xfrm>
            <a:off x="6139544" y="1889631"/>
            <a:ext cx="5677394" cy="3668020"/>
            <a:chOff x="5582112" y="1626520"/>
            <a:chExt cx="6460126" cy="412510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C9669128-3870-BF7D-A101-5A7E187A2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2112" y="1626520"/>
              <a:ext cx="5717336" cy="4125100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197C474-7B9C-9D3C-BE62-F5BB3EE8C1EA}"/>
                </a:ext>
              </a:extLst>
            </p:cNvPr>
            <p:cNvSpPr/>
            <p:nvPr/>
          </p:nvSpPr>
          <p:spPr>
            <a:xfrm>
              <a:off x="5718218" y="2961449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F8FEE89-7DC9-63A7-3F1C-AD43F64C108B}"/>
                </a:ext>
              </a:extLst>
            </p:cNvPr>
            <p:cNvSpPr/>
            <p:nvPr/>
          </p:nvSpPr>
          <p:spPr>
            <a:xfrm>
              <a:off x="5718218" y="2087503"/>
              <a:ext cx="5455865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7217CE0-F7F0-D8EC-4828-89D67CA00623}"/>
                </a:ext>
              </a:extLst>
            </p:cNvPr>
            <p:cNvSpPr/>
            <p:nvPr/>
          </p:nvSpPr>
          <p:spPr>
            <a:xfrm>
              <a:off x="5718219" y="2307016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872792F-019A-3B55-644F-437C481B281A}"/>
                </a:ext>
              </a:extLst>
            </p:cNvPr>
            <p:cNvSpPr/>
            <p:nvPr/>
          </p:nvSpPr>
          <p:spPr>
            <a:xfrm>
              <a:off x="5718219" y="2521643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3477D0B-1BFD-783F-3FF6-7D3FA8FEB257}"/>
                </a:ext>
              </a:extLst>
            </p:cNvPr>
            <p:cNvSpPr/>
            <p:nvPr/>
          </p:nvSpPr>
          <p:spPr>
            <a:xfrm>
              <a:off x="5718218" y="4045902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內容版面配置區 2">
              <a:extLst>
                <a:ext uri="{FF2B5EF4-FFF2-40B4-BE49-F238E27FC236}">
                  <a16:creationId xmlns:a16="http://schemas.microsoft.com/office/drawing/2014/main" id="{8A088E45-80BC-9873-993A-318FDC076AF3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051694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stride2[0]</a:t>
              </a:r>
            </a:p>
          </p:txBody>
        </p:sp>
        <p:sp>
          <p:nvSpPr>
            <p:cNvPr id="14" name="內容版面配置區 2">
              <a:extLst>
                <a:ext uri="{FF2B5EF4-FFF2-40B4-BE49-F238E27FC236}">
                  <a16:creationId xmlns:a16="http://schemas.microsoft.com/office/drawing/2014/main" id="{0CF542A6-5191-0C85-0B36-7C959749E395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270088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stride2[1]</a:t>
              </a:r>
            </a:p>
          </p:txBody>
        </p:sp>
        <p:sp>
          <p:nvSpPr>
            <p:cNvPr id="15" name="內容版面配置區 2">
              <a:extLst>
                <a:ext uri="{FF2B5EF4-FFF2-40B4-BE49-F238E27FC236}">
                  <a16:creationId xmlns:a16="http://schemas.microsoft.com/office/drawing/2014/main" id="{73D9EEC6-922B-54B0-A763-E6B410ABC982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488482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stride2[2]</a:t>
              </a:r>
            </a:p>
          </p:txBody>
        </p:sp>
        <p:sp>
          <p:nvSpPr>
            <p:cNvPr id="16" name="內容版面配置區 2">
              <a:extLst>
                <a:ext uri="{FF2B5EF4-FFF2-40B4-BE49-F238E27FC236}">
                  <a16:creationId xmlns:a16="http://schemas.microsoft.com/office/drawing/2014/main" id="{0C99F337-563F-19EF-C34C-9BDD006BD010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924521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stride2[3]</a:t>
              </a:r>
            </a:p>
          </p:txBody>
        </p:sp>
        <p:sp>
          <p:nvSpPr>
            <p:cNvPr id="17" name="內容版面配置區 2">
              <a:extLst>
                <a:ext uri="{FF2B5EF4-FFF2-40B4-BE49-F238E27FC236}">
                  <a16:creationId xmlns:a16="http://schemas.microsoft.com/office/drawing/2014/main" id="{0B8F949A-8205-8380-48B9-F4C7ACF93011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4008974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stride2[4]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2B3AD89-5EA1-1FA4-F27E-83B394FFE84D}"/>
                </a:ext>
              </a:extLst>
            </p:cNvPr>
            <p:cNvSpPr/>
            <p:nvPr/>
          </p:nvSpPr>
          <p:spPr>
            <a:xfrm>
              <a:off x="5718218" y="4704052"/>
              <a:ext cx="5455863" cy="194709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23" name="圖片 22">
            <a:extLst>
              <a:ext uri="{FF2B5EF4-FFF2-40B4-BE49-F238E27FC236}">
                <a16:creationId xmlns:a16="http://schemas.microsoft.com/office/drawing/2014/main" id="{CB1781C1-0B31-F08B-4A6F-13F35B69B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6" y="1419004"/>
            <a:ext cx="4822613" cy="41386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1138030" y="4688974"/>
            <a:ext cx="4562126" cy="1481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385ED7-8688-6701-233A-529186A4496E}"/>
              </a:ext>
            </a:extLst>
          </p:cNvPr>
          <p:cNvSpPr txBox="1"/>
          <p:nvPr/>
        </p:nvSpPr>
        <p:spPr>
          <a:xfrm>
            <a:off x="1881899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Large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F3A1C2-43A9-08F7-98D7-1E69D7152F60}"/>
              </a:ext>
            </a:extLst>
          </p:cNvPr>
          <p:cNvSpPr txBox="1"/>
          <p:nvPr/>
        </p:nvSpPr>
        <p:spPr>
          <a:xfrm>
            <a:off x="7120122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Small</a:t>
            </a:r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2B5E-EC8F-C191-31CD-CFB6A61B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2587F-E3EF-8584-1014-0869BA97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V.S. Custom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459BF8-A95E-79BE-A8E5-74C3E1EF1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1" y="1899000"/>
            <a:ext cx="5662090" cy="30600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B356B50-8C9F-5B3C-B71E-181ADD3C8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971" y="1899000"/>
            <a:ext cx="5696024" cy="3060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270110-D70E-D44A-FEB6-0145962DA261}"/>
              </a:ext>
            </a:extLst>
          </p:cNvPr>
          <p:cNvSpPr/>
          <p:nvPr/>
        </p:nvSpPr>
        <p:spPr>
          <a:xfrm>
            <a:off x="9217748" y="3429001"/>
            <a:ext cx="730332" cy="1129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D6C02B-5F74-92EE-BE38-4D6339D67261}"/>
              </a:ext>
            </a:extLst>
          </p:cNvPr>
          <p:cNvSpPr/>
          <p:nvPr/>
        </p:nvSpPr>
        <p:spPr>
          <a:xfrm>
            <a:off x="10326972" y="3409122"/>
            <a:ext cx="88768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22B2204-AA5D-2DF1-160B-EF8CC1494C29}"/>
              </a:ext>
            </a:extLst>
          </p:cNvPr>
          <p:cNvSpPr txBox="1"/>
          <p:nvPr/>
        </p:nvSpPr>
        <p:spPr>
          <a:xfrm>
            <a:off x="788124" y="5034272"/>
            <a:ext cx="417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Modified</a:t>
            </a:r>
          </a:p>
          <a:p>
            <a:pPr algn="ctr"/>
            <a:r>
              <a:rPr lang="en-US" altLang="zh-TW" dirty="0"/>
              <a:t>( Only change part of </a:t>
            </a:r>
            <a:r>
              <a:rPr lang="en-US" altLang="zh-TW" dirty="0" err="1"/>
              <a:t>torchvision</a:t>
            </a:r>
            <a:r>
              <a:rPr lang="en-US" altLang="zh-TW" dirty="0"/>
              <a:t> model )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34B0AF9-843E-9F4F-C5EA-5BB09717F2C2}"/>
              </a:ext>
            </a:extLst>
          </p:cNvPr>
          <p:cNvSpPr txBox="1"/>
          <p:nvPr/>
        </p:nvSpPr>
        <p:spPr>
          <a:xfrm>
            <a:off x="7114094" y="5034272"/>
            <a:ext cx="4207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Custom</a:t>
            </a:r>
          </a:p>
          <a:p>
            <a:pPr algn="ctr"/>
            <a:r>
              <a:rPr lang="en-US" altLang="zh-TW" dirty="0"/>
              <a:t>( Re-write the model with some mistake )</a:t>
            </a:r>
          </a:p>
          <a:p>
            <a:pPr algn="ctr"/>
            <a:r>
              <a:rPr lang="en-US" altLang="zh-TW" dirty="0"/>
              <a:t>( Used in previous time 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286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(Baseline)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260F51-E89C-3260-3278-B4B7AA515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MobileNet_V3_Large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BF428-56F1-474A-8398-4A9D2DD89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C2FF9-814C-9471-42C5-BEBA32C4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8685D64-A49E-3968-E0F4-822DBDC78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95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D7A01-49FD-2608-88A2-F7F282FF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E006F0-47CE-86C5-3ABD-5B5DA44EC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(1 layer)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DDD3C6-44B5-472B-F978-23307BD00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SGD(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weight_decay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1e-4) +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BCEWithLogitsLoss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CosineAnnealingLR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MobileNet_V3_Large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1134681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BC93-ABD8-5C46-C81C-AE38819A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CDDB6-62EF-81FB-D9C5-6BCDD94FC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E22B930-C9D9-4CD8-E2C5-282C2DEE0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90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433644"/>
              </p:ext>
            </p:extLst>
          </p:nvPr>
        </p:nvGraphicFramePr>
        <p:xfrm>
          <a:off x="958986" y="1796866"/>
          <a:ext cx="10292007" cy="3851643"/>
        </p:xfrm>
        <a:graphic>
          <a:graphicData uri="http://schemas.openxmlformats.org/drawingml/2006/table">
            <a:tbl>
              <a:tblPr/>
              <a:tblGrid>
                <a:gridCol w="3647372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TW" altLang="en-US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 </a:t>
                      </a: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85.11%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3.489%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6.033%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0.956%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stride2[0]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stride2[0]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97.74%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1.56%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2.26%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03319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HLCFN3S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94.57%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823082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layer, Custom </a:t>
                      </a:r>
                      <a:r>
                        <a:rPr kumimoji="0" lang="en-US" altLang="zh-TW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V3 Large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MGD 1layer, Modified </a:t>
                      </a:r>
                      <a:r>
                        <a:rPr kumimoji="0" lang="en-US" altLang="zh-TW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V3 Large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94.57%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2.73%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4.07%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1.38%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134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665243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layer, </a:t>
                      </a: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HLCFN3S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91.40%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3.63%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4.98%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2.28%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228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006538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6E261F8-6342-1956-E414-28CA22E7F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4630</TotalTime>
  <Words>388</Words>
  <Application>Microsoft Office PowerPoint</Application>
  <PresentationFormat>寬螢幕</PresentationFormat>
  <Paragraphs>103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5/5 個人咪挺</vt:lpstr>
      <vt:lpstr>Model Structure</vt:lpstr>
      <vt:lpstr>Modified V.S. Custom</vt:lpstr>
      <vt:lpstr>Recall – MGD Process</vt:lpstr>
      <vt:lpstr>Train Setting (Baseline)</vt:lpstr>
      <vt:lpstr>Metric Curve (TDR@FDR=1%)</vt:lpstr>
      <vt:lpstr>Train Setting (1 layer)</vt:lpstr>
      <vt:lpstr>Metric Curve (TDR@FDR=1%)</vt:lpstr>
      <vt:lpstr>Result Metric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113</cp:revision>
  <dcterms:created xsi:type="dcterms:W3CDTF">2025-09-01T15:41:03Z</dcterms:created>
  <dcterms:modified xsi:type="dcterms:W3CDTF">2026-05-18T16:20:26Z</dcterms:modified>
</cp:coreProperties>
</file>