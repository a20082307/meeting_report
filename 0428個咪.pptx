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31" r:id="rId3"/>
    <p:sldId id="320" r:id="rId4"/>
    <p:sldId id="313" r:id="rId5"/>
    <p:sldId id="333" r:id="rId6"/>
    <p:sldId id="332" r:id="rId7"/>
    <p:sldId id="338" r:id="rId8"/>
    <p:sldId id="31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EFF98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F801-3C79-13ED-5674-5A866E8D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BCE0A8B-BBA9-9148-D4FA-EF2DF8871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EA68714-CBC3-73E9-253A-9E5BB506C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0AFDB9-5B66-82B1-58FE-C4EE312D2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380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75C8-524F-83D6-6C3C-AED0D1A9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963B590-30EF-775C-2FEB-1D99BD097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C02EEDD-3BC0-5941-E07F-6FC3CE0AF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B2B9B4-807C-860A-A80B-972F02A88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8140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909FC-3CAE-F8D8-8C4C-7E3EB34C6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105B713-C23B-A451-023C-A5756DF26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0E62558-6008-9C4F-EEEE-860F207E9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662823-C358-6069-6EAE-26C16FEC2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653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4/28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result of MGD with HLCFN3S as teacher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37436FC-8C0D-0E89-BB64-3D6721509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96" y="1514103"/>
            <a:ext cx="8540427" cy="344894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E821354-2716-C940-8F77-5C04F1D5299C}"/>
              </a:ext>
            </a:extLst>
          </p:cNvPr>
          <p:cNvSpPr/>
          <p:nvPr/>
        </p:nvSpPr>
        <p:spPr>
          <a:xfrm>
            <a:off x="3219371" y="2374570"/>
            <a:ext cx="2795625" cy="12486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3848908" y="3319258"/>
            <a:ext cx="1536552" cy="61741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6" y="6014017"/>
            <a:ext cx="30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</a:p>
          <a:p>
            <a:r>
              <a:rPr lang="en-US" altLang="zh-TW" sz="1200" dirty="0">
                <a:solidFill>
                  <a:srgbClr val="FFC000"/>
                </a:solidFill>
              </a:rPr>
              <a:t>Orange</a:t>
            </a:r>
            <a:r>
              <a:rPr lang="en-US" altLang="zh-TW" sz="1200" dirty="0"/>
              <a:t>: Selected layer to do MGD-2layers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9CC5FB41-8AC6-C593-7D96-F0E2BD889B26}"/>
              </a:ext>
            </a:extLst>
          </p:cNvPr>
          <p:cNvGrpSpPr/>
          <p:nvPr/>
        </p:nvGrpSpPr>
        <p:grpSpPr>
          <a:xfrm>
            <a:off x="6382987" y="2333930"/>
            <a:ext cx="5570517" cy="3448948"/>
            <a:chOff x="5582112" y="1626520"/>
            <a:chExt cx="6460126" cy="412510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C9669128-3870-BF7D-A101-5A7E187A2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82112" y="1626520"/>
              <a:ext cx="5717336" cy="4125100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197C474-7B9C-9D3C-BE62-F5BB3EE8C1EA}"/>
                </a:ext>
              </a:extLst>
            </p:cNvPr>
            <p:cNvSpPr/>
            <p:nvPr/>
          </p:nvSpPr>
          <p:spPr>
            <a:xfrm>
              <a:off x="5718218" y="2961449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F8FEE89-7DC9-63A7-3F1C-AD43F64C108B}"/>
                </a:ext>
              </a:extLst>
            </p:cNvPr>
            <p:cNvSpPr/>
            <p:nvPr/>
          </p:nvSpPr>
          <p:spPr>
            <a:xfrm>
              <a:off x="5718218" y="2087503"/>
              <a:ext cx="5455865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7217CE0-F7F0-D8EC-4828-89D67CA00623}"/>
                </a:ext>
              </a:extLst>
            </p:cNvPr>
            <p:cNvSpPr/>
            <p:nvPr/>
          </p:nvSpPr>
          <p:spPr>
            <a:xfrm>
              <a:off x="5718219" y="2307016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872792F-019A-3B55-644F-437C481B281A}"/>
                </a:ext>
              </a:extLst>
            </p:cNvPr>
            <p:cNvSpPr/>
            <p:nvPr/>
          </p:nvSpPr>
          <p:spPr>
            <a:xfrm>
              <a:off x="5718219" y="2521643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3477D0B-1BFD-783F-3FF6-7D3FA8FEB257}"/>
                </a:ext>
              </a:extLst>
            </p:cNvPr>
            <p:cNvSpPr/>
            <p:nvPr/>
          </p:nvSpPr>
          <p:spPr>
            <a:xfrm>
              <a:off x="5718218" y="4045902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內容版面配置區 2">
              <a:extLst>
                <a:ext uri="{FF2B5EF4-FFF2-40B4-BE49-F238E27FC236}">
                  <a16:creationId xmlns:a16="http://schemas.microsoft.com/office/drawing/2014/main" id="{8A088E45-80BC-9873-993A-318FDC076AF3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051694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stride2[0]</a:t>
              </a:r>
            </a:p>
          </p:txBody>
        </p:sp>
        <p:sp>
          <p:nvSpPr>
            <p:cNvPr id="14" name="內容版面配置區 2">
              <a:extLst>
                <a:ext uri="{FF2B5EF4-FFF2-40B4-BE49-F238E27FC236}">
                  <a16:creationId xmlns:a16="http://schemas.microsoft.com/office/drawing/2014/main" id="{0CF542A6-5191-0C85-0B36-7C959749E395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270088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stride2[1]</a:t>
              </a:r>
            </a:p>
          </p:txBody>
        </p:sp>
        <p:sp>
          <p:nvSpPr>
            <p:cNvPr id="15" name="內容版面配置區 2">
              <a:extLst>
                <a:ext uri="{FF2B5EF4-FFF2-40B4-BE49-F238E27FC236}">
                  <a16:creationId xmlns:a16="http://schemas.microsoft.com/office/drawing/2014/main" id="{73D9EEC6-922B-54B0-A763-E6B410ABC982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488482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stride2[2]</a:t>
              </a:r>
            </a:p>
          </p:txBody>
        </p:sp>
        <p:sp>
          <p:nvSpPr>
            <p:cNvPr id="16" name="內容版面配置區 2">
              <a:extLst>
                <a:ext uri="{FF2B5EF4-FFF2-40B4-BE49-F238E27FC236}">
                  <a16:creationId xmlns:a16="http://schemas.microsoft.com/office/drawing/2014/main" id="{0C99F337-563F-19EF-C34C-9BDD006BD010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924521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stride2[3]</a:t>
              </a:r>
            </a:p>
          </p:txBody>
        </p:sp>
        <p:sp>
          <p:nvSpPr>
            <p:cNvPr id="17" name="內容版面配置區 2">
              <a:extLst>
                <a:ext uri="{FF2B5EF4-FFF2-40B4-BE49-F238E27FC236}">
                  <a16:creationId xmlns:a16="http://schemas.microsoft.com/office/drawing/2014/main" id="{0B8F949A-8205-8380-48B9-F4C7ACF93011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4008974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stride2[4]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2B3AD89-5EA1-1FA4-F27E-83B394FFE84D}"/>
                </a:ext>
              </a:extLst>
            </p:cNvPr>
            <p:cNvSpPr/>
            <p:nvPr/>
          </p:nvSpPr>
          <p:spPr>
            <a:xfrm>
              <a:off x="5718218" y="4704052"/>
              <a:ext cx="5455863" cy="194709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38B467C-1308-9F29-6814-9040F3C6ECB3}"/>
                </a:ext>
              </a:extLst>
            </p:cNvPr>
            <p:cNvSpPr/>
            <p:nvPr/>
          </p:nvSpPr>
          <p:spPr>
            <a:xfrm>
              <a:off x="5652058" y="4481721"/>
              <a:ext cx="5570758" cy="45955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A0E48A70-11B0-FB1C-2A09-9C71346D4134}"/>
              </a:ext>
            </a:extLst>
          </p:cNvPr>
          <p:cNvSpPr/>
          <p:nvPr/>
        </p:nvSpPr>
        <p:spPr>
          <a:xfrm>
            <a:off x="3669475" y="3279147"/>
            <a:ext cx="1882239" cy="71096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(1 layer)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  <a:b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HLCFN_3S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teacher model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with modified stride2[4] layer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student model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BC93-ABD8-5C46-C81C-AE38819A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CDDB6-62EF-81FB-D9C5-6BCDD94FC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961E4E0-BC52-54AB-97D1-1FA98B9263B0}"/>
              </a:ext>
            </a:extLst>
          </p:cNvPr>
          <p:cNvSpPr txBox="1"/>
          <p:nvPr/>
        </p:nvSpPr>
        <p:spPr>
          <a:xfrm>
            <a:off x="10447071" y="2519336"/>
            <a:ext cx="17449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0.02</a:t>
            </a:r>
          </a:p>
          <a:p>
            <a:r>
              <a:rPr lang="en-US" altLang="zh-TW" sz="1400" dirty="0"/>
              <a:t>alpha = 0.0075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DC282F3-85E4-A4C1-260D-C1A014BD7150}"/>
              </a:ext>
            </a:extLst>
          </p:cNvPr>
          <p:cNvSpPr txBox="1"/>
          <p:nvPr/>
        </p:nvSpPr>
        <p:spPr>
          <a:xfrm>
            <a:off x="0" y="5003892"/>
            <a:ext cx="18641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r>
              <a:rPr lang="en-US" altLang="zh-TW" sz="1400" dirty="0"/>
              <a:t>alpha = 0.1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6B3304-DDEC-08C5-E8DB-79BD2514D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3892"/>
            <a:ext cx="6065660" cy="360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2EBB6C3-F2E8-15F8-5363-420256DB9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364" y="3258000"/>
            <a:ext cx="6088636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90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6A89-7EB9-1DEA-2639-EBA97E62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F72210-546D-FACD-DB8E-5C94E2EC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(2 layers)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213CBE3-E580-1934-22EB-AD281F697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HLCFN_3S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teacher model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with modified stride2[4] layer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student model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213CBE3-E580-1934-22EB-AD281F697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417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BB0BE-167A-8B38-D998-BFBB8597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62DD8-BFEA-1AE7-3020-EFFBC594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compare)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56A4D08-805F-4047-8E9F-25EA4500CE5B}"/>
              </a:ext>
            </a:extLst>
          </p:cNvPr>
          <p:cNvSpPr txBox="1"/>
          <p:nvPr/>
        </p:nvSpPr>
        <p:spPr>
          <a:xfrm>
            <a:off x="10447071" y="2465228"/>
            <a:ext cx="17449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r>
              <a:rPr lang="en-US" altLang="zh-TW" sz="1400" dirty="0"/>
              <a:t>alpha = 0.05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75B6FA6-0951-98DC-857D-65BE9FC19E98}"/>
              </a:ext>
            </a:extLst>
          </p:cNvPr>
          <p:cNvSpPr txBox="1"/>
          <p:nvPr/>
        </p:nvSpPr>
        <p:spPr>
          <a:xfrm>
            <a:off x="0" y="5003892"/>
            <a:ext cx="18641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0.02</a:t>
            </a:r>
          </a:p>
          <a:p>
            <a:r>
              <a:rPr lang="en-US" altLang="zh-TW" sz="1400" dirty="0"/>
              <a:t>alpha = 0.0075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A81423A-5E38-F267-5212-638627FEA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3892"/>
            <a:ext cx="6088636" cy="360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7B6B8FF-FB7C-6E1F-7F28-3120DB091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3258000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015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854153"/>
              </p:ext>
            </p:extLst>
          </p:nvPr>
        </p:nvGraphicFramePr>
        <p:xfrm>
          <a:off x="958986" y="1601590"/>
          <a:ext cx="10292007" cy="5093403"/>
        </p:xfrm>
        <a:graphic>
          <a:graphicData uri="http://schemas.openxmlformats.org/drawingml/2006/table">
            <a:tbl>
              <a:tblPr/>
              <a:tblGrid>
                <a:gridCol w="3647372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stride2[0]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HLCFN3S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94.57%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3.10%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823082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V3 Large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0.01,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0.15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HLCFN3S, student w/ 4 stride2-layers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95.02%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3.17%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2.71%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172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034151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HLCFN3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91.40%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3.63%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4.98%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2.28%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228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0065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V3 Large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0.02, alpha = 0.0075,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188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859686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HLCFN3S, student w/ 4 stride2-layers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0.02, alpha = 0.0075,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94.12%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3.05%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3.62%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2.47%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186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60833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HLCFN3S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0.02, alpha = 0.0075,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87.78%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4.71%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4.52%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4.71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198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51518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155226-6E0A-EE3E-2850-F5FFFA6571C6}"/>
              </a:ext>
            </a:extLst>
          </p:cNvPr>
          <p:cNvSpPr txBox="1"/>
          <p:nvPr/>
        </p:nvSpPr>
        <p:spPr>
          <a:xfrm>
            <a:off x="9628081" y="797073"/>
            <a:ext cx="155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25DAE52-5596-1437-EA9A-820148BA36B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4518</TotalTime>
  <Words>551</Words>
  <Application>Microsoft Office PowerPoint</Application>
  <PresentationFormat>寬螢幕</PresentationFormat>
  <Paragraphs>126</Paragraphs>
  <Slides>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4/28 個人咪挺 The result of MGD with HLCFN3S as teacher</vt:lpstr>
      <vt:lpstr>Model Structure</vt:lpstr>
      <vt:lpstr>Recall – MGD Process</vt:lpstr>
      <vt:lpstr>Train Setting (1 layer)</vt:lpstr>
      <vt:lpstr>Metric Curve (TDR@FDR=1%)</vt:lpstr>
      <vt:lpstr>Train Setting (2 layers)</vt:lpstr>
      <vt:lpstr>Metric Curve (TDR@FDR=1%, compare)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109</cp:revision>
  <dcterms:created xsi:type="dcterms:W3CDTF">2025-09-01T15:41:03Z</dcterms:created>
  <dcterms:modified xsi:type="dcterms:W3CDTF">2026-04-28T01:01:42Z</dcterms:modified>
</cp:coreProperties>
</file>