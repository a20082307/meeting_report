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91" r:id="rId3"/>
    <p:sldId id="289" r:id="rId4"/>
    <p:sldId id="293" r:id="rId5"/>
    <p:sldId id="294" r:id="rId6"/>
    <p:sldId id="286" r:id="rId7"/>
    <p:sldId id="295" r:id="rId8"/>
    <p:sldId id="29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B16B-B814-D3EA-08B0-4484D0AD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E244C6-0529-1C0E-91F9-CCF4827EC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053834-F04F-68CA-D108-977AACEE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AEC3F-258B-831E-3C80-01FF1BB5E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133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A9AB-D073-0B75-1627-6B41BA65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B32348-065E-067A-0C07-D89DD1E4E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01A11B-AD0E-FD1D-2939-5BFDBF060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35278-E5F7-B54A-AA01-EBE141DA5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64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9613-3BA0-78D4-5B83-B78759AC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A7F7CC-5407-6C51-6F80-281BCDB02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E3C8B6-1D57-5C1E-E2FC-3F036BBB1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F33AC6-023A-65F6-EC8B-67F057CE6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076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61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11/11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成果討論（二）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116446-8AE7-F2BA-0735-2F507E6A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28" y="365125"/>
            <a:ext cx="5110543" cy="61254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A54AF9-20D1-F14A-BC7E-47D504A4716E}"/>
              </a:ext>
            </a:extLst>
          </p:cNvPr>
          <p:cNvSpPr/>
          <p:nvPr/>
        </p:nvSpPr>
        <p:spPr>
          <a:xfrm>
            <a:off x="4099456" y="2503861"/>
            <a:ext cx="1644694" cy="28229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684923-69A0-564A-2945-70E716137304}"/>
              </a:ext>
            </a:extLst>
          </p:cNvPr>
          <p:cNvSpPr/>
          <p:nvPr/>
        </p:nvSpPr>
        <p:spPr>
          <a:xfrm>
            <a:off x="4099458" y="2786158"/>
            <a:ext cx="1996542" cy="5707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B2ACE-3057-D882-AD6D-8BF015C4D9A5}"/>
              </a:ext>
            </a:extLst>
          </p:cNvPr>
          <p:cNvSpPr/>
          <p:nvPr/>
        </p:nvSpPr>
        <p:spPr>
          <a:xfrm>
            <a:off x="4099456" y="3356891"/>
            <a:ext cx="2595915" cy="877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C8E7A-3300-E18D-5F37-1760F580475D}"/>
              </a:ext>
            </a:extLst>
          </p:cNvPr>
          <p:cNvSpPr/>
          <p:nvPr/>
        </p:nvSpPr>
        <p:spPr>
          <a:xfrm>
            <a:off x="4099456" y="4234470"/>
            <a:ext cx="2055867" cy="14605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246B634-F09F-A19B-F973-B6E40AD0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3809F7-245A-D446-F4AD-CE1ABED20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(feature, layer 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AC93-9B75-A7DD-082D-806FF072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CC7359E-64FC-6394-856F-9689E5753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89ADC3C-7E42-F755-B2BA-832BEA62E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00228B4-C8F0-5D8B-C3F1-4C4B2EAF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(feature, layer 4)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FB1642-207B-3A12-8C67-117C6AB12F5D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7C7F5-81D5-694B-682F-79932008A4A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787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35B3-2543-ED70-0181-9EC75EA30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76C65A-3A14-A0E4-FE6F-D07AF8222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8C8F05-CDF5-46F8-2217-C08B43E0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88E150-BFFE-335C-A990-38ECEEC87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5461F98-6D8E-8804-1969-E3D08EBF0BAC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30E7670-C40E-0982-8F0B-67610C5FCA61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808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E657-3F80-93B7-6150-885E5E1C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DBCF6F7-FF8B-E655-EA99-E0EDC780D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444" y="1920875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AD2D2FD-65E2-7D67-4CAF-AB2609617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D614422-1A58-D26B-C2C4-70907FE2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(both, layer 4)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1809DA-130D-9239-5A08-44C1CB0438C4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9ED1BF-CE9E-350D-99F5-A7B4DDE4983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9451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60F9A1-B9E4-343D-D6BC-6D1FACC6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Assumption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6B8CD-A1EB-F2B5-D83E-9E886952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Projection head wasn’t trained well</a:t>
            </a:r>
          </a:p>
          <a:p>
            <a:endParaRPr lang="en-US" altLang="zh-TW" sz="1000" dirty="0"/>
          </a:p>
          <a:p>
            <a:r>
              <a:rPr lang="en-US" altLang="zh-TW" dirty="0"/>
              <a:t>Conv2d(1x1) doesn’t suit to be projection head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dirty="0"/>
              <a:t>Maybe try </a:t>
            </a:r>
            <a:r>
              <a:rPr lang="en-US" altLang="zh-TW" dirty="0" err="1"/>
              <a:t>nn.Linear</a:t>
            </a:r>
            <a:r>
              <a:rPr lang="en-US" altLang="zh-TW" dirty="0"/>
              <a:t>() ?</a:t>
            </a:r>
          </a:p>
          <a:p>
            <a:pPr lvl="1">
              <a:buFont typeface="PMingLiU" panose="02020500000000000000" pitchFamily="18" charset="-120"/>
              <a:buChar char="。"/>
            </a:pPr>
            <a:endParaRPr lang="en-US" altLang="zh-TW" sz="1000" dirty="0"/>
          </a:p>
          <a:p>
            <a:r>
              <a:rPr lang="en-US" altLang="zh-TW" strike="sngStrike" dirty="0"/>
              <a:t>Pick the wrong feature layer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strike="sngStrike" dirty="0"/>
              <a:t>Maybe try other feature layers ?</a:t>
            </a:r>
          </a:p>
          <a:p>
            <a:pPr lvl="1">
              <a:buFont typeface="PMingLiU" panose="02020500000000000000" pitchFamily="18" charset="-120"/>
              <a:buChar char="。"/>
            </a:pPr>
            <a:endParaRPr lang="en-US" altLang="zh-TW" sz="1050" dirty="0"/>
          </a:p>
          <a:p>
            <a:r>
              <a:rPr lang="en-US" altLang="zh-TW" dirty="0"/>
              <a:t>MobileNet_V3_Small doesn’t have well generalize ability</a:t>
            </a:r>
          </a:p>
          <a:p>
            <a:pPr lvl="1">
              <a:buFont typeface="PMingLiU" panose="02020500000000000000" pitchFamily="18" charset="-120"/>
              <a:buChar char="。"/>
            </a:pPr>
            <a:r>
              <a:rPr lang="en-US" altLang="zh-TW" dirty="0"/>
              <a:t>Since the </a:t>
            </a:r>
            <a:r>
              <a:rPr lang="en-US" altLang="zh-TW" dirty="0" err="1"/>
              <a:t>BCELoss</a:t>
            </a:r>
            <a:r>
              <a:rPr lang="en-US" altLang="zh-TW" dirty="0"/>
              <a:t> in validation is also fluctuate violently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5711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3371</TotalTime>
  <Words>110</Words>
  <Application>Microsoft Office PowerPoint</Application>
  <PresentationFormat>寬螢幕</PresentationFormat>
  <Paragraphs>33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PMingLiU</vt:lpstr>
      <vt:lpstr>標楷體</vt:lpstr>
      <vt:lpstr>Aptos</vt:lpstr>
      <vt:lpstr>Aptos Display</vt:lpstr>
      <vt:lpstr>Arial</vt:lpstr>
      <vt:lpstr>Times New Roman</vt:lpstr>
      <vt:lpstr>Office 佈景主題</vt:lpstr>
      <vt:lpstr>11/11 個人咪挺 KD成果討論（二）</vt:lpstr>
      <vt:lpstr>Recall</vt:lpstr>
      <vt:lpstr>Recall</vt:lpstr>
      <vt:lpstr>Loss Curve (feature, layer 2)</vt:lpstr>
      <vt:lpstr>Loss Curve (feature, layer 4)</vt:lpstr>
      <vt:lpstr>Loss Curve (logit)</vt:lpstr>
      <vt:lpstr>Loss Curve (both, layer 4)</vt:lpstr>
      <vt:lpstr>Assumption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47</cp:revision>
  <dcterms:created xsi:type="dcterms:W3CDTF">2025-09-01T15:41:03Z</dcterms:created>
  <dcterms:modified xsi:type="dcterms:W3CDTF">2025-11-10T16:15:16Z</dcterms:modified>
</cp:coreProperties>
</file>