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1" r:id="rId3"/>
    <p:sldId id="314" r:id="rId4"/>
    <p:sldId id="313" r:id="rId5"/>
    <p:sldId id="304" r:id="rId6"/>
    <p:sldId id="315" r:id="rId7"/>
    <p:sldId id="316" r:id="rId8"/>
    <p:sldId id="317" r:id="rId9"/>
    <p:sldId id="318" r:id="rId10"/>
    <p:sldId id="312" r:id="rId11"/>
    <p:sldId id="319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F47C-490F-90B9-82A0-AC43D6CA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FEE019-2C36-0710-2A70-F03814F0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A7811C-2A84-7188-C080-EF987252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80C3D2-94C8-9949-39D7-869D0929E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11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EC7B-AB5E-C809-6CC7-2B23CD50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957AAA-2E28-8BC9-D294-689DD55F9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07AE6E-C288-5EA9-0745-B02BA6774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BAF513-A519-341D-7285-D29749FBB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481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EE1C-82CB-0753-A067-7E6E8436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385A07F-3AAD-D7F2-7CAC-1615EC5D1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82E4385-44F8-440B-F606-4E1845383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8281FF-9327-7DC8-63B5-5186BB163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201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9D9D5-6D7A-D362-7ED1-76925A21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1B42F5-7893-C6A9-1450-EE314A5A2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3F397DF-150F-71A3-7667-35A9D4418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02BE05-EBCE-BB74-9EF5-86102B5E7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304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90C4F-1C5C-B852-6C4E-9759B66B5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0A3DDC6-D061-90D8-00D1-5229C2582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1D07DFA-9FAC-4805-4163-9BC1D773F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29A17E-B017-FDA5-F0A2-6F37D7CA3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393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8B83-81F0-AEF6-5DFB-810F4C1D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B739B9-1D26-28FA-C09D-32B000C99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461D11-6812-AA98-B3D9-601EF9559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854294-6615-CEB4-062D-5A18B56CE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253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BCD1-1DB1-2D4B-5814-67E7FE08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070D8B-DEB5-DC23-1DE8-8E1BB649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EFCCC3-D748-9ADF-1AF9-7782D20E1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7AA0E-6F4E-1C1B-11FC-A6C150773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50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2/3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changing stride from 2 to 1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8A3F815-B203-4A53-0C43-681295019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036"/>
            <a:ext cx="113538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image (3x128x80) would be too small for classification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halving the size 5 times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dimensions of a 224x224 image after five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comparable to those of the original image after four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(7x7 vs. 8x5)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arbitrary layers will degrade model performance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5836-8FC3-1E0D-3890-E44FC3D8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4D3D-EA8B-909B-BA62-2BB3F41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EE485152-795E-2AC3-58A4-6276713A6DBF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10701E5-E2F2-4947-B3AD-86C22B22E44F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6F7AC5C5-4650-12ED-410E-91E2E13C4285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C233CB55-5F90-7AD8-DACF-6E70B7CA94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D706AF3-D138-93A5-1E40-2D08818AF02F}"/>
                    </a:ext>
                  </a:extLst>
                </p:cNvPr>
                <p:cNvSpPr/>
                <p:nvPr/>
              </p:nvSpPr>
              <p:spPr>
                <a:xfrm>
                  <a:off x="2095995" y="2012868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CA5AB9-E9CD-6511-B7AF-1D84460360B0}"/>
                    </a:ext>
                  </a:extLst>
                </p:cNvPr>
                <p:cNvSpPr/>
                <p:nvPr/>
              </p:nvSpPr>
              <p:spPr>
                <a:xfrm>
                  <a:off x="2095995" y="231129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1425E57-CDD4-1C06-1C82-1C2F4B214CA4}"/>
                    </a:ext>
                  </a:extLst>
                </p:cNvPr>
                <p:cNvSpPr/>
                <p:nvPr/>
              </p:nvSpPr>
              <p:spPr>
                <a:xfrm>
                  <a:off x="2095995" y="260378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5C6F402-87F9-7973-08D0-68BC8D8B3BA0}"/>
                    </a:ext>
                  </a:extLst>
                </p:cNvPr>
                <p:cNvSpPr/>
                <p:nvPr/>
              </p:nvSpPr>
              <p:spPr>
                <a:xfrm>
                  <a:off x="2095995" y="3049979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F5C767F-3FBD-1A3A-C92C-6260B8FACBAD}"/>
                    </a:ext>
                  </a:extLst>
                </p:cNvPr>
                <p:cNvSpPr/>
                <p:nvPr/>
              </p:nvSpPr>
              <p:spPr>
                <a:xfrm>
                  <a:off x="2095995" y="4099837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7F758B06-49DB-B022-F9ED-08EEFCEE0393}"/>
                    </a:ext>
                  </a:extLst>
                </p:cNvPr>
                <p:cNvSpPr/>
                <p:nvPr/>
              </p:nvSpPr>
              <p:spPr>
                <a:xfrm>
                  <a:off x="5872348" y="2066306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EF19511-84D7-1D34-F284-7B2E0223A15C}"/>
                    </a:ext>
                  </a:extLst>
                </p:cNvPr>
                <p:cNvSpPr/>
                <p:nvPr/>
              </p:nvSpPr>
              <p:spPr>
                <a:xfrm>
                  <a:off x="5872347" y="225192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DFE407-66B1-8479-1E1A-AA91A6B31E0A}"/>
                    </a:ext>
                  </a:extLst>
                </p:cNvPr>
                <p:cNvSpPr/>
                <p:nvPr/>
              </p:nvSpPr>
              <p:spPr>
                <a:xfrm>
                  <a:off x="5872347" y="2431595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D2D404A9-F997-911E-D705-6EECE098A319}"/>
                    </a:ext>
                  </a:extLst>
                </p:cNvPr>
                <p:cNvSpPr/>
                <p:nvPr/>
              </p:nvSpPr>
              <p:spPr>
                <a:xfrm>
                  <a:off x="5872347" y="279973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B954716-2EAF-3F44-C3CB-3B89C26288EB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9" name="直線接點 18">
                  <a:extLst>
                    <a:ext uri="{FF2B5EF4-FFF2-40B4-BE49-F238E27FC236}">
                      <a16:creationId xmlns:a16="http://schemas.microsoft.com/office/drawing/2014/main" id="{4DE0B037-DAE0-94E5-D3F3-1959209A0DBC}"/>
                    </a:ext>
                  </a:extLst>
                </p:cNvPr>
                <p:cNvCxnSpPr>
                  <a:stCxn id="6" idx="3"/>
                  <a:endCxn id="12" idx="1"/>
                </p:cNvCxnSpPr>
                <p:nvPr/>
              </p:nvCxnSpPr>
              <p:spPr>
                <a:xfrm>
                  <a:off x="5640779" y="2078182"/>
                  <a:ext cx="231569" cy="7422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接點 19">
                  <a:extLst>
                    <a:ext uri="{FF2B5EF4-FFF2-40B4-BE49-F238E27FC236}">
                      <a16:creationId xmlns:a16="http://schemas.microsoft.com/office/drawing/2014/main" id="{954B0778-57F2-FE81-76D9-0685CA99F004}"/>
                    </a:ext>
                  </a:extLst>
                </p:cNvPr>
                <p:cNvCxnSpPr>
                  <a:cxnSpLocks/>
                  <a:endCxn id="13" idx="1"/>
                </p:cNvCxnSpPr>
                <p:nvPr/>
              </p:nvCxnSpPr>
              <p:spPr>
                <a:xfrm flipV="1">
                  <a:off x="5640778" y="2338016"/>
                  <a:ext cx="231569" cy="38594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50A51206-A6B4-9A18-A27C-2E6F7C39FF4F}"/>
                    </a:ext>
                  </a:extLst>
                </p:cNvPr>
                <p:cNvCxnSpPr>
                  <a:cxnSpLocks/>
                  <a:endCxn id="14" idx="1"/>
                </p:cNvCxnSpPr>
                <p:nvPr/>
              </p:nvCxnSpPr>
              <p:spPr>
                <a:xfrm flipV="1">
                  <a:off x="5640778" y="2517691"/>
                  <a:ext cx="231569" cy="14695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>
                  <a:extLst>
                    <a:ext uri="{FF2B5EF4-FFF2-40B4-BE49-F238E27FC236}">
                      <a16:creationId xmlns:a16="http://schemas.microsoft.com/office/drawing/2014/main" id="{ED5C0FFF-1D29-AF1F-00DB-EBAE89C830D8}"/>
                    </a:ext>
                  </a:extLst>
                </p:cNvPr>
                <p:cNvCxnSpPr>
                  <a:cxnSpLocks/>
                  <a:endCxn id="15" idx="1"/>
                </p:cNvCxnSpPr>
                <p:nvPr/>
              </p:nvCxnSpPr>
              <p:spPr>
                <a:xfrm flipV="1">
                  <a:off x="5640778" y="2885826"/>
                  <a:ext cx="231569" cy="22946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F1A847D6-BA9B-8DBC-7ECB-371F2D10178E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 flipV="1">
                  <a:off x="5640779" y="3799983"/>
                  <a:ext cx="231567" cy="36516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F170B0DA-A3D8-9482-0C2C-D229A56DC3BC}"/>
                  </a:ext>
                </a:extLst>
              </p:cNvPr>
              <p:cNvGrpSpPr/>
              <p:nvPr/>
            </p:nvGrpSpPr>
            <p:grpSpPr>
              <a:xfrm>
                <a:off x="9993082" y="2035196"/>
                <a:ext cx="753095" cy="1883540"/>
                <a:chOff x="9993082" y="2035196"/>
                <a:chExt cx="753095" cy="1883540"/>
              </a:xfrm>
            </p:grpSpPr>
            <p:sp>
              <p:nvSpPr>
                <p:cNvPr id="42" name="內容版面配置區 2">
                  <a:extLst>
                    <a:ext uri="{FF2B5EF4-FFF2-40B4-BE49-F238E27FC236}">
                      <a16:creationId xmlns:a16="http://schemas.microsoft.com/office/drawing/2014/main" id="{1071DFA2-ACFB-135C-CC6C-5C56D0183D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03519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stride2[0]</a:t>
                  </a:r>
                </a:p>
              </p:txBody>
            </p:sp>
            <p:sp>
              <p:nvSpPr>
                <p:cNvPr id="43" name="內容版面配置區 2">
                  <a:extLst>
                    <a:ext uri="{FF2B5EF4-FFF2-40B4-BE49-F238E27FC236}">
                      <a16:creationId xmlns:a16="http://schemas.microsoft.com/office/drawing/2014/main" id="{DE200425-F232-5E90-EF62-F5BE38E8E7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2" y="222244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44" name="內容版面配置區 2">
                  <a:extLst>
                    <a:ext uri="{FF2B5EF4-FFF2-40B4-BE49-F238E27FC236}">
                      <a16:creationId xmlns:a16="http://schemas.microsoft.com/office/drawing/2014/main" id="{ADFDA82C-A764-2212-F079-72F7A73530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39893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45" name="內容版面配置區 2">
                  <a:extLst>
                    <a:ext uri="{FF2B5EF4-FFF2-40B4-BE49-F238E27FC236}">
                      <a16:creationId xmlns:a16="http://schemas.microsoft.com/office/drawing/2014/main" id="{476F95BB-F04C-9987-45DD-B369375A6D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78520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46" name="內容版面配置區 2">
                  <a:extLst>
                    <a:ext uri="{FF2B5EF4-FFF2-40B4-BE49-F238E27FC236}">
                      <a16:creationId xmlns:a16="http://schemas.microsoft.com/office/drawing/2014/main" id="{E25A0F5D-A9B4-5D45-8396-D57423BDF66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368123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4F19F73-5040-AE52-A1BF-FD9ACF3B18EA}"/>
                </a:ext>
              </a:extLst>
            </p:cNvPr>
            <p:cNvGrpSpPr/>
            <p:nvPr/>
          </p:nvGrpSpPr>
          <p:grpSpPr>
            <a:xfrm>
              <a:off x="1339147" y="1953056"/>
              <a:ext cx="753094" cy="2330848"/>
              <a:chOff x="1339147" y="1953056"/>
              <a:chExt cx="753094" cy="2330848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2A6ED467-D50B-50D1-E5E5-46727E701490}"/>
                  </a:ext>
                </a:extLst>
              </p:cNvPr>
              <p:cNvGrpSpPr/>
              <p:nvPr/>
            </p:nvGrpSpPr>
            <p:grpSpPr>
              <a:xfrm>
                <a:off x="1339147" y="2260146"/>
                <a:ext cx="753094" cy="2023758"/>
                <a:chOff x="1339147" y="2260146"/>
                <a:chExt cx="753094" cy="2023758"/>
              </a:xfrm>
            </p:grpSpPr>
            <p:sp>
              <p:nvSpPr>
                <p:cNvPr id="33" name="內容版面配置區 2">
                  <a:extLst>
                    <a:ext uri="{FF2B5EF4-FFF2-40B4-BE49-F238E27FC236}">
                      <a16:creationId xmlns:a16="http://schemas.microsoft.com/office/drawing/2014/main" id="{A72C97EA-975D-6CF4-11C4-F513C90392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26014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34" name="內容版面配置區 2">
                  <a:extLst>
                    <a:ext uri="{FF2B5EF4-FFF2-40B4-BE49-F238E27FC236}">
                      <a16:creationId xmlns:a16="http://schemas.microsoft.com/office/drawing/2014/main" id="{19F64221-69C1-E3F4-F520-78A8C5CA47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553379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35" name="內容版面配置區 2">
                  <a:extLst>
                    <a:ext uri="{FF2B5EF4-FFF2-40B4-BE49-F238E27FC236}">
                      <a16:creationId xmlns:a16="http://schemas.microsoft.com/office/drawing/2014/main" id="{F9C83E72-E66B-C95F-1AB7-32FE7864AAC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991714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36" name="內容版面配置區 2">
                  <a:extLst>
                    <a:ext uri="{FF2B5EF4-FFF2-40B4-BE49-F238E27FC236}">
                      <a16:creationId xmlns:a16="http://schemas.microsoft.com/office/drawing/2014/main" id="{DEC7A82E-D5B8-D535-07A6-D636AD5A9A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404639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  <p:sp>
            <p:nvSpPr>
              <p:cNvPr id="52" name="內容版面配置區 2">
                <a:extLst>
                  <a:ext uri="{FF2B5EF4-FFF2-40B4-BE49-F238E27FC236}">
                    <a16:creationId xmlns:a16="http://schemas.microsoft.com/office/drawing/2014/main" id="{AB37FD06-2F91-D168-78FA-2D0174CAB2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9147" y="1953056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stride2[0]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784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∈{0, 1, …, 4}</m:t>
                    </m:r>
                  </m:oMath>
                </a14:m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trained teacher model now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as teacher model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as student model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7CF7-0C4C-3A10-169A-6EA206AE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C3689D-63A8-C525-67C1-3E170937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stride2[0])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繪圖, 螢幕擷取畫面, 行 的圖片&#10;&#10;AI 產生的內容可能不正確。">
            <a:extLst>
              <a:ext uri="{FF2B5EF4-FFF2-40B4-BE49-F238E27FC236}">
                <a16:creationId xmlns:a16="http://schemas.microsoft.com/office/drawing/2014/main" id="{37DCDDCB-DB45-BC42-0538-1D6081BA9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7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26B50-FB92-1204-98D7-5FFD254B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93973A-987B-6D1D-40E7-D7C89D450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stride2[1])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 descr="一張含有 文字, 繪圖, 字型, 行 的圖片&#10;&#10;AI 產生的內容可能不正確。">
            <a:extLst>
              <a:ext uri="{FF2B5EF4-FFF2-40B4-BE49-F238E27FC236}">
                <a16:creationId xmlns:a16="http://schemas.microsoft.com/office/drawing/2014/main" id="{B96462AD-2391-40A6-0AFD-7E299D118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79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A13A-033D-B303-99B9-9C70A553C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7C5B63-0ACC-A949-1E9B-81B1E566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stride2[2])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F739DD9F-AC99-EF76-A46D-5E5E67B6A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82725"/>
            <a:ext cx="850582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1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485E-DAA7-0A14-C435-316DA78E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BBD0-C27B-C003-3F8F-8EF011B5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stride2[3])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3AC620AE-C37C-964E-7AC9-6E48DEC4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8E0A-3968-C94B-0C79-A2B3CB86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BDA77-EE4A-8AA3-A9BF-1513AD63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stride2[4])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 descr="一張含有 文字, 繪圖, 行, 字型 的圖片&#10;&#10;AI 產生的內容可能不正確。">
            <a:extLst>
              <a:ext uri="{FF2B5EF4-FFF2-40B4-BE49-F238E27FC236}">
                <a16:creationId xmlns:a16="http://schemas.microsoft.com/office/drawing/2014/main" id="{E2985A8A-9B61-A1F8-05C9-5E4353EC8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32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F07A19-5D1B-CFA4-20B5-3A570EDB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9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859691"/>
              </p:ext>
            </p:extLst>
          </p:nvPr>
        </p:nvGraphicFramePr>
        <p:xfrm>
          <a:off x="1520814" y="1080558"/>
          <a:ext cx="9168352" cy="5623560"/>
        </p:xfrm>
        <a:graphic>
          <a:graphicData uri="http://schemas.openxmlformats.org/drawingml/2006/table">
            <a:tbl>
              <a:tblPr/>
              <a:tblGrid>
                <a:gridCol w="2737182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(train image size) 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96.38%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 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 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16.29%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39.40%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68.33%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10.47%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588391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 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21.27%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38.99%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72.58%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5.14%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30673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 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58916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Teacher, stride2[1]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(3x128x80)</a:t>
                      </a:r>
                      <a:r>
                        <a:rPr kumimoji="0" lang="zh-TW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(3x128x80)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95.93%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Teacher, stride2[2]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3x128x80) (3x128x80)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92.76%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3.74%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2593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Teacher, stride2[3]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3x128x80) (3x128x80)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93.21%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162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6510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Teacher, stride2[4]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3x128x80) (3x128x80)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95.02%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2.36%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39824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0" y="1822862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162-12E8-7AC0-FC8A-4DD96D46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C8F8D97-428C-DAF6-B7D8-B430581E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6BA3CE9-9E97-AEE9-19CE-C0AC183D7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003372"/>
              </p:ext>
            </p:extLst>
          </p:nvPr>
        </p:nvGraphicFramePr>
        <p:xfrm>
          <a:off x="290583" y="1155372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230.04M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(136.93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230.93M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(137.46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51.05M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(30.39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(30.50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189.02M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(112.51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171.57M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(102.125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(91.55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133.03M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(79.18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(76.49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34792D7-C222-0E3E-99A3-D20434E8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7FAB7B8-F81C-7565-8FF9-E85E0077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9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(MMAC)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81C0AED-C46D-E67B-169D-7671FD26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945508"/>
              </p:ext>
            </p:extLst>
          </p:nvPr>
        </p:nvGraphicFramePr>
        <p:xfrm>
          <a:off x="6321559" y="1155371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59.89M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(35.65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(35.76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(8.19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(8.21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49.23M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(29.30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45.66M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(24.89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(21.73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(14.07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51BCDFF-1D08-8127-0679-FCD996CFDE64}"/>
              </a:ext>
            </a:extLst>
          </p:cNvPr>
          <p:cNvSpPr txBox="1"/>
          <p:nvPr/>
        </p:nvSpPr>
        <p:spPr>
          <a:xfrm>
            <a:off x="10373096" y="139708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96973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3839</TotalTime>
  <Words>748</Words>
  <Application>Microsoft Office PowerPoint</Application>
  <PresentationFormat>寬螢幕</PresentationFormat>
  <Paragraphs>204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2/3 個人咪挺 The result of changing stride from 2 to 1</vt:lpstr>
      <vt:lpstr>Idea</vt:lpstr>
      <vt:lpstr>Notation</vt:lpstr>
      <vt:lpstr>Train Setting</vt:lpstr>
      <vt:lpstr>Metric Curve (TDR@FDR=1%, stride2[0])</vt:lpstr>
      <vt:lpstr>Metric Curve (TDR@FDR=1%, stride2[1])</vt:lpstr>
      <vt:lpstr>Metric Curve (TDR@FDR=1%, stride2[2])</vt:lpstr>
      <vt:lpstr>Metric Curve (TDR@FDR=1%, stride2[3])</vt:lpstr>
      <vt:lpstr>Metric Curve (TDR@FDR=1%, stride2[4])</vt:lpstr>
      <vt:lpstr>Result Metric (TDR@FDR=1%)</vt:lpstr>
      <vt:lpstr>Result Metric (MMAC)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79</cp:revision>
  <dcterms:created xsi:type="dcterms:W3CDTF">2025-09-01T15:41:03Z</dcterms:created>
  <dcterms:modified xsi:type="dcterms:W3CDTF">2026-02-02T23:57:16Z</dcterms:modified>
</cp:coreProperties>
</file>