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14" r:id="rId3"/>
    <p:sldId id="319" r:id="rId4"/>
    <p:sldId id="326" r:id="rId5"/>
    <p:sldId id="320" r:id="rId6"/>
    <p:sldId id="313" r:id="rId7"/>
    <p:sldId id="318" r:id="rId8"/>
    <p:sldId id="312" r:id="rId9"/>
    <p:sldId id="32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4609-00EA-87D8-4F1B-3FE5FCC6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3D2AC9-2FFF-3204-D716-E5966FE8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5474A6-7AB3-414D-1996-D154A158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39A8AC-E180-0598-CF97-8D16C9AF1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63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6BF2-490C-F9A5-B9EB-4D14B303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308654D-D570-494D-B6A4-8B570DE66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E472D1-F8C8-35FD-BD71-E2F6B1C1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9D626-B40C-11AF-FDDE-257F6381F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19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3/10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multiple feature layers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492C-7A66-F24C-E5BB-34F0D9ED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76FC4-34CC-DD21-C166-1B9D3689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ADD6765-398E-4D67-0DF3-101F583BC4A4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23B1C22-040E-3E6F-48E9-535682F8F739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499EDD16-36C2-F2E3-741C-BD560B7ED341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4C99C20-4EC1-0268-E68D-E3136AAEA1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43B64E2-1408-EA69-BD11-80BA903229DE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812F139D-9710-FBCA-274F-5C75974A6D94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DB089BA5-A6D4-53C0-C3D5-F23D42ACB2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93083" y="3681231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stride2[4]</a:t>
                </a:r>
              </a:p>
            </p:txBody>
          </p:sp>
        </p:grpSp>
        <p:sp>
          <p:nvSpPr>
            <p:cNvPr id="52" name="內容版面配置區 2">
              <a:extLst>
                <a:ext uri="{FF2B5EF4-FFF2-40B4-BE49-F238E27FC236}">
                  <a16:creationId xmlns:a16="http://schemas.microsoft.com/office/drawing/2014/main" id="{44265336-D3AB-4187-9E4B-A70BF0BDF9B4}"/>
                </a:ext>
              </a:extLst>
            </p:cNvPr>
            <p:cNvSpPr txBox="1">
              <a:spLocks/>
            </p:cNvSpPr>
            <p:nvPr/>
          </p:nvSpPr>
          <p:spPr>
            <a:xfrm>
              <a:off x="1339147" y="1953056"/>
              <a:ext cx="753094" cy="2375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5500B4-653A-78E9-83A8-20F4730E7980}"/>
              </a:ext>
            </a:extLst>
          </p:cNvPr>
          <p:cNvSpPr txBox="1"/>
          <p:nvPr/>
        </p:nvSpPr>
        <p:spPr>
          <a:xfrm>
            <a:off x="5394899" y="19857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33074E-3FD1-26CC-F2BA-CFCD67DEA151}"/>
              </a:ext>
            </a:extLst>
          </p:cNvPr>
          <p:cNvSpPr txBox="1"/>
          <p:nvPr/>
        </p:nvSpPr>
        <p:spPr>
          <a:xfrm>
            <a:off x="1762024" y="216130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224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15CB286-B745-4F98-C425-27FCCE692998}"/>
              </a:ext>
            </a:extLst>
          </p:cNvPr>
          <p:cNvSpPr txBox="1"/>
          <p:nvPr/>
        </p:nvSpPr>
        <p:spPr>
          <a:xfrm>
            <a:off x="1760045" y="231370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224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F0EED79-8713-669B-94DF-21D6FAE255D1}"/>
              </a:ext>
            </a:extLst>
          </p:cNvPr>
          <p:cNvSpPr txBox="1"/>
          <p:nvPr/>
        </p:nvSpPr>
        <p:spPr>
          <a:xfrm>
            <a:off x="1720855" y="24921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112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4CEF438-8286-D9FF-CC1C-51E3DBF4CA23}"/>
              </a:ext>
            </a:extLst>
          </p:cNvPr>
          <p:cNvSpPr txBox="1"/>
          <p:nvPr/>
        </p:nvSpPr>
        <p:spPr>
          <a:xfrm>
            <a:off x="1724816" y="26445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112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DA816D9-C11C-183C-7C5E-53BD36B6F14B}"/>
              </a:ext>
            </a:extLst>
          </p:cNvPr>
          <p:cNvSpPr txBox="1"/>
          <p:nvPr/>
        </p:nvSpPr>
        <p:spPr>
          <a:xfrm>
            <a:off x="1803814" y="284477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EE51030-CEEE-74CC-9B95-0564E903062F}"/>
              </a:ext>
            </a:extLst>
          </p:cNvPr>
          <p:cNvSpPr txBox="1"/>
          <p:nvPr/>
        </p:nvSpPr>
        <p:spPr>
          <a:xfrm>
            <a:off x="1807772" y="300904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A52B7F7-1993-C075-69D6-F3A128086B59}"/>
              </a:ext>
            </a:extLst>
          </p:cNvPr>
          <p:cNvSpPr txBox="1"/>
          <p:nvPr/>
        </p:nvSpPr>
        <p:spPr>
          <a:xfrm>
            <a:off x="1807772" y="3181242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CF3B421-E8A7-FE8E-8495-87F1DFF0A43F}"/>
              </a:ext>
            </a:extLst>
          </p:cNvPr>
          <p:cNvSpPr txBox="1"/>
          <p:nvPr/>
        </p:nvSpPr>
        <p:spPr>
          <a:xfrm>
            <a:off x="1807772" y="3349543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9ACD97A-FA86-7CE8-7EF0-426BD862ECCA}"/>
              </a:ext>
            </a:extLst>
          </p:cNvPr>
          <p:cNvSpPr txBox="1"/>
          <p:nvPr/>
        </p:nvSpPr>
        <p:spPr>
          <a:xfrm>
            <a:off x="1803814" y="2803204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41D8448-70E3-E31E-5DDC-72BD7BABED84}"/>
              </a:ext>
            </a:extLst>
          </p:cNvPr>
          <p:cNvSpPr txBox="1"/>
          <p:nvPr/>
        </p:nvSpPr>
        <p:spPr>
          <a:xfrm>
            <a:off x="1811730" y="351381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C4D3960-E17D-AF58-3359-C5CE90604F0A}"/>
              </a:ext>
            </a:extLst>
          </p:cNvPr>
          <p:cNvSpPr txBox="1"/>
          <p:nvPr/>
        </p:nvSpPr>
        <p:spPr>
          <a:xfrm>
            <a:off x="1817665" y="36800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20665F0-E21D-9484-B772-F2841E4C5A1E}"/>
              </a:ext>
            </a:extLst>
          </p:cNvPr>
          <p:cNvSpPr txBox="1"/>
          <p:nvPr/>
        </p:nvSpPr>
        <p:spPr>
          <a:xfrm>
            <a:off x="1817668" y="384633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D8AA14A-0904-5CF3-35C0-676B0EBFA901}"/>
              </a:ext>
            </a:extLst>
          </p:cNvPr>
          <p:cNvSpPr txBox="1"/>
          <p:nvPr/>
        </p:nvSpPr>
        <p:spPr>
          <a:xfrm>
            <a:off x="1776104" y="402446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EBD82B7-E783-724B-B85C-7D9F1FBE17E4}"/>
              </a:ext>
            </a:extLst>
          </p:cNvPr>
          <p:cNvSpPr txBox="1"/>
          <p:nvPr/>
        </p:nvSpPr>
        <p:spPr>
          <a:xfrm>
            <a:off x="1782043" y="419665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4E025B9-4F88-59D0-E0E7-31F2BDCF5CAF}"/>
              </a:ext>
            </a:extLst>
          </p:cNvPr>
          <p:cNvSpPr txBox="1"/>
          <p:nvPr/>
        </p:nvSpPr>
        <p:spPr>
          <a:xfrm>
            <a:off x="1782042" y="4356967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D73B6D-4F44-8C87-D0C0-6B23488EF856}"/>
              </a:ext>
            </a:extLst>
          </p:cNvPr>
          <p:cNvSpPr txBox="1"/>
          <p:nvPr/>
        </p:nvSpPr>
        <p:spPr>
          <a:xfrm>
            <a:off x="1734538" y="4539172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DAE0C42-9AB7-0E2A-F2A5-83B91E7336A8}"/>
              </a:ext>
            </a:extLst>
          </p:cNvPr>
          <p:cNvSpPr txBox="1"/>
          <p:nvPr/>
        </p:nvSpPr>
        <p:spPr>
          <a:xfrm>
            <a:off x="1738496" y="469751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5F4E3EF-38AB-B2E0-8C57-80408D27068D}"/>
              </a:ext>
            </a:extLst>
          </p:cNvPr>
          <p:cNvSpPr txBox="1"/>
          <p:nvPr/>
        </p:nvSpPr>
        <p:spPr>
          <a:xfrm>
            <a:off x="1750369" y="4869705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29754E8-417A-C42F-0B08-DC299F0DAB88}"/>
              </a:ext>
            </a:extLst>
          </p:cNvPr>
          <p:cNvSpPr txBox="1"/>
          <p:nvPr/>
        </p:nvSpPr>
        <p:spPr>
          <a:xfrm>
            <a:off x="5920579" y="4145145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2AD7A4B-6340-D909-D0B3-897EF3FF629A}"/>
              </a:ext>
            </a:extLst>
          </p:cNvPr>
          <p:cNvSpPr txBox="1"/>
          <p:nvPr/>
        </p:nvSpPr>
        <p:spPr>
          <a:xfrm>
            <a:off x="5912695" y="4353123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00019015-8826-3134-EA0E-687FB7A4DCA6}"/>
              </a:ext>
            </a:extLst>
          </p:cNvPr>
          <p:cNvSpPr txBox="1"/>
          <p:nvPr/>
        </p:nvSpPr>
        <p:spPr>
          <a:xfrm>
            <a:off x="5912693" y="4572814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6B714CE-609B-A545-DFA4-C8BB9DE5F31C}"/>
              </a:ext>
            </a:extLst>
          </p:cNvPr>
          <p:cNvSpPr txBox="1"/>
          <p:nvPr/>
        </p:nvSpPr>
        <p:spPr>
          <a:xfrm>
            <a:off x="5877069" y="4774701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83E6F4C-8058-C91A-0D88-14CD23728AF9}"/>
              </a:ext>
            </a:extLst>
          </p:cNvPr>
          <p:cNvSpPr txBox="1"/>
          <p:nvPr/>
        </p:nvSpPr>
        <p:spPr>
          <a:xfrm>
            <a:off x="10149476" y="393746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3DF4E9-F101-A2C7-3FF5-5B8CD61F9D74}"/>
              </a:ext>
            </a:extLst>
          </p:cNvPr>
          <p:cNvSpPr/>
          <p:nvPr/>
        </p:nvSpPr>
        <p:spPr>
          <a:xfrm>
            <a:off x="1750369" y="4735075"/>
            <a:ext cx="3856985" cy="34076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39C06B-B0EC-F00A-158D-7A226B7D1EC8}"/>
              </a:ext>
            </a:extLst>
          </p:cNvPr>
          <p:cNvSpPr/>
          <p:nvPr/>
        </p:nvSpPr>
        <p:spPr>
          <a:xfrm>
            <a:off x="5916651" y="4609742"/>
            <a:ext cx="4483664" cy="38394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CB41E13-217C-1CFC-D96C-0080461E0573}"/>
              </a:ext>
            </a:extLst>
          </p:cNvPr>
          <p:cNvSpPr txBox="1"/>
          <p:nvPr/>
        </p:nvSpPr>
        <p:spPr>
          <a:xfrm>
            <a:off x="3915233" y="6083768"/>
            <a:ext cx="436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Red: </a:t>
            </a:r>
            <a:r>
              <a:rPr lang="en-US" altLang="zh-TW" sz="1400" dirty="0"/>
              <a:t>The layer we modified</a:t>
            </a:r>
          </a:p>
          <a:p>
            <a:r>
              <a:rPr lang="en-US" altLang="zh-TW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</a:t>
            </a:r>
            <a:r>
              <a:rPr lang="en-US" altLang="zh-TW" sz="1400" dirty="0"/>
              <a:t>The layers we selected to compute MGD Loss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5944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alpha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0.15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CE31529-9213-C0B9-DEC9-D173E8E83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52209"/>
              </p:ext>
            </p:extLst>
          </p:nvPr>
        </p:nvGraphicFramePr>
        <p:xfrm>
          <a:off x="1359665" y="2406586"/>
          <a:ext cx="9472670" cy="2175003"/>
        </p:xfrm>
        <a:graphic>
          <a:graphicData uri="http://schemas.openxmlformats.org/drawingml/2006/table">
            <a:tbl>
              <a:tblPr/>
              <a:tblGrid>
                <a:gridCol w="282803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32,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MGD 2 layers,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= 32,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= 0.01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162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27750" y="5297487"/>
            <a:ext cx="1554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FAC7-7E7B-DFF4-F37B-11FC7BD1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FF066-86FC-59EF-24B9-C6D44179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29BE2F-EF59-381C-ADE1-115EDBAF9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72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I’ve tried to modify alpha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got even worse 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modification.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I’ll try to train MGD with 3/4 layers to see if the performance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better than 1 layer</a:t>
            </a:r>
          </a:p>
        </p:txBody>
      </p:sp>
    </p:spTree>
    <p:extLst>
      <p:ext uri="{BB962C8B-B14F-4D97-AF65-F5344CB8AC3E}">
        <p14:creationId xmlns:p14="http://schemas.microsoft.com/office/powerpoint/2010/main" val="80270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698</Words>
  <Application>Microsoft Office PowerPoint</Application>
  <PresentationFormat>寬螢幕</PresentationFormat>
  <Paragraphs>194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3/10 個人咪挺 The result of MGD with multiple feature layers</vt:lpstr>
      <vt:lpstr>Notation</vt:lpstr>
      <vt:lpstr>Recall – Result Metric (MMAC)</vt:lpstr>
      <vt:lpstr>Modified Model Structure</vt:lpstr>
      <vt:lpstr>Recall – MGD Process</vt:lpstr>
      <vt:lpstr>Train Setting</vt:lpstr>
      <vt:lpstr>Metric Curve (TDR@FDR=1%)</vt:lpstr>
      <vt:lpstr>PowerPoint 簡報</vt:lpstr>
      <vt:lpstr>Review &amp;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90</cp:revision>
  <dcterms:created xsi:type="dcterms:W3CDTF">2025-09-01T15:41:03Z</dcterms:created>
  <dcterms:modified xsi:type="dcterms:W3CDTF">2026-03-09T16:45:49Z</dcterms:modified>
</cp:coreProperties>
</file>