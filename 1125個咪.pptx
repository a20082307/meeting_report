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1" r:id="rId3"/>
    <p:sldId id="289" r:id="rId4"/>
    <p:sldId id="284" r:id="rId5"/>
    <p:sldId id="293" r:id="rId6"/>
    <p:sldId id="294" r:id="rId7"/>
    <p:sldId id="298" r:id="rId8"/>
    <p:sldId id="299" r:id="rId9"/>
    <p:sldId id="300" r:id="rId10"/>
    <p:sldId id="30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B16B-B814-D3EA-08B0-4484D0AD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E244C6-0529-1C0E-91F9-CCF4827EC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053834-F04F-68CA-D108-977AACEE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AAEC3F-258B-831E-3C80-01FF1BB5E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133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72CE-0355-600C-5556-BE83314B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012D331-45F8-DA32-AA27-61206FEAC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90794A-1FD9-EE69-AE2D-31D024D3E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F42DB6-8123-58FD-077D-FA520356B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649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B6DE-54E6-FAD7-FFFE-3B8E5269F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8D1BD2-1C13-B9F9-DFA0-61349C411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1B4A2E-C1D9-083F-D5E9-EB37F9495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6DDE4-5835-C2D6-4739-E1076B21A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340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ABA2-1C48-2312-9F64-E2F200FC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77548B2-33B4-5D5E-B4F4-BC891AC10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ACB573-3B4F-5827-7332-38F01E9C9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C392A3-9BD3-CA2B-83AD-1EA9B1755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28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CE3A-07B3-925B-3F06-D2786EC3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315BD5-1006-53B3-454C-E04E1AEA6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0CD0B8-98AB-9361-2A12-9082A719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FAEEE-E48C-4074-9283-394917E8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11/25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 with static factors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（二）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E832B97F-6757-AFBD-C755-589E95F8219F}"/>
              </a:ext>
            </a:extLst>
          </p:cNvPr>
          <p:cNvSpPr txBox="1"/>
          <p:nvPr/>
        </p:nvSpPr>
        <p:spPr>
          <a:xfrm>
            <a:off x="3056182" y="1506022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Teacher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38315-C041-66C5-C5F2-7BC25F84C3BC}"/>
              </a:ext>
            </a:extLst>
          </p:cNvPr>
          <p:cNvSpPr txBox="1"/>
          <p:nvPr/>
        </p:nvSpPr>
        <p:spPr>
          <a:xfrm>
            <a:off x="8222439" y="150602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Student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5116446-8AE7-F2BA-0735-2F507E6A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28" y="365125"/>
            <a:ext cx="5110543" cy="61254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4A54AF9-20D1-F14A-BC7E-47D504A4716E}"/>
              </a:ext>
            </a:extLst>
          </p:cNvPr>
          <p:cNvSpPr/>
          <p:nvPr/>
        </p:nvSpPr>
        <p:spPr>
          <a:xfrm>
            <a:off x="4099456" y="2503861"/>
            <a:ext cx="1644694" cy="28229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684923-69A0-564A-2945-70E716137304}"/>
              </a:ext>
            </a:extLst>
          </p:cNvPr>
          <p:cNvSpPr/>
          <p:nvPr/>
        </p:nvSpPr>
        <p:spPr>
          <a:xfrm>
            <a:off x="4099458" y="2786158"/>
            <a:ext cx="1996542" cy="5707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B2ACE-3057-D882-AD6D-8BF015C4D9A5}"/>
              </a:ext>
            </a:extLst>
          </p:cNvPr>
          <p:cNvSpPr/>
          <p:nvPr/>
        </p:nvSpPr>
        <p:spPr>
          <a:xfrm>
            <a:off x="4099456" y="3356891"/>
            <a:ext cx="2595915" cy="877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0C8E7A-3300-E18D-5F37-1760F580475D}"/>
              </a:ext>
            </a:extLst>
          </p:cNvPr>
          <p:cNvSpPr/>
          <p:nvPr/>
        </p:nvSpPr>
        <p:spPr>
          <a:xfrm>
            <a:off x="4099456" y="4234470"/>
            <a:ext cx="2055867" cy="14605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BCELoss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884997A-E42A-B2E6-7C02-B2C5E15D9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44CEA90-3C2E-8536-D5A8-F3CA0535C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992B3F7-B70E-1160-B164-184F6ED227C4}"/>
              </a:ext>
            </a:extLst>
          </p:cNvPr>
          <p:cNvSpPr txBox="1"/>
          <p:nvPr/>
        </p:nvSpPr>
        <p:spPr>
          <a:xfrm>
            <a:off x="4264131" y="6169709"/>
            <a:ext cx="366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temp = 4.0</a:t>
            </a:r>
          </a:p>
          <a:p>
            <a:pPr algn="ctr"/>
            <a:r>
              <a:rPr lang="en-US" altLang="zh-TW" dirty="0"/>
              <a:t>factor[“BCE”] = factor[“logit”] = 1/2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AC93-9B75-A7DD-082D-806FF072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94BAA5E-92C6-19AD-C702-95F64AF2D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10C3C34-514A-8F8B-398D-59DC78A00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00228B4-C8F0-5D8B-C3F1-4C4B2EAF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FB1642-207B-3A12-8C67-117C6AB12F5D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7C7F5-81D5-694B-682F-79932008A4A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2E6E2AD-5907-1AFA-4CC1-26F6CF253BC5}"/>
              </a:ext>
            </a:extLst>
          </p:cNvPr>
          <p:cNvSpPr txBox="1"/>
          <p:nvPr/>
        </p:nvSpPr>
        <p:spPr>
          <a:xfrm>
            <a:off x="4264131" y="6169709"/>
            <a:ext cx="366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temp = 2.0</a:t>
            </a:r>
          </a:p>
          <a:p>
            <a:pPr algn="ctr"/>
            <a:r>
              <a:rPr lang="en-US" altLang="zh-TW" dirty="0"/>
              <a:t>factor[“BCE”] = factor[“logit”] = 1/2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787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14F57-C981-5713-1A8E-DAB6BCF2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C12BCA2-57FC-2297-66D0-5B8890B2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920874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03162A4-DDBD-B1A4-4183-8799DCA21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6943AA3-DF26-ED40-5190-88B7CE06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5916F1-B55B-B659-1B98-8DB33BD25713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F3E2ED3-36CA-71A1-C9A0-80E4015AD75B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FC0026-0476-7FC3-A92C-59093A01CD31}"/>
              </a:ext>
            </a:extLst>
          </p:cNvPr>
          <p:cNvSpPr txBox="1"/>
          <p:nvPr/>
        </p:nvSpPr>
        <p:spPr>
          <a:xfrm>
            <a:off x="4264131" y="6169709"/>
            <a:ext cx="366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temp = 0.25</a:t>
            </a:r>
          </a:p>
          <a:p>
            <a:pPr algn="ctr"/>
            <a:r>
              <a:rPr lang="en-US" altLang="zh-TW" dirty="0"/>
              <a:t>factor[“BCE”] = factor[“logit”] = 1/2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347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1A76-A8F7-3B63-144D-A5DCA411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72FB015-745C-F6E4-55B4-3DE22195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07" y="1920873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D5BFD51-F571-80A1-2EE3-27BCC04C3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3" y="1920874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E57CF9D-5AE5-64CC-B500-5AB20AB2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468BFEF-AC81-179B-3C92-B7A89F3CF171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A171F0B-D9D2-F096-60B3-AB7728FA965A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969A42-140A-D550-ABAA-BA93ADD9E52C}"/>
              </a:ext>
            </a:extLst>
          </p:cNvPr>
          <p:cNvSpPr txBox="1"/>
          <p:nvPr/>
        </p:nvSpPr>
        <p:spPr>
          <a:xfrm>
            <a:off x="3963933" y="6169707"/>
            <a:ext cx="438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temp = 0.25</a:t>
            </a:r>
          </a:p>
          <a:p>
            <a:pPr algn="ctr"/>
            <a:r>
              <a:rPr lang="en-US" altLang="zh-TW" dirty="0"/>
              <a:t>factor[“BCE”] = 0.8, factor[“logit”] = 0.2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197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16F7-2CDF-FE73-3530-5D0F5AB1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D2CC927-4E0F-31D8-C44C-31F57F70B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2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A748830-42D5-2DCD-B7B3-F435291FF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3" y="1920872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5F75A32-25C8-672B-07E1-233D0208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A8DC670-994F-180D-8BA7-9CE2967C6E48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CE940F-78E4-C66B-A22A-79DC55BC19C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9371EDD-59B3-636E-9394-B49E6BF4775E}"/>
              </a:ext>
            </a:extLst>
          </p:cNvPr>
          <p:cNvSpPr txBox="1"/>
          <p:nvPr/>
        </p:nvSpPr>
        <p:spPr>
          <a:xfrm>
            <a:off x="3963933" y="6169707"/>
            <a:ext cx="438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temp = 0.25</a:t>
            </a:r>
          </a:p>
          <a:p>
            <a:pPr algn="ctr"/>
            <a:r>
              <a:rPr lang="en-US" altLang="zh-TW" dirty="0"/>
              <a:t>factor[“BCE”] = 0.2, factor[“logit”] = 0.8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352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FB3A-76CE-7B99-745D-1D95913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35E48-7C99-5711-E8F0-37150E1B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CFC9CDE-1140-2948-3194-F26669F70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663626"/>
              </p:ext>
            </p:extLst>
          </p:nvPr>
        </p:nvGraphicFramePr>
        <p:xfrm>
          <a:off x="2032000" y="2290715"/>
          <a:ext cx="81280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324222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59189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Model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65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84.62%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6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64.71% </a:t>
                      </a:r>
                      <a:r>
                        <a:rPr lang="zh-TW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TW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Epoch = 50</a:t>
                      </a:r>
                      <a:r>
                        <a:rPr lang="zh-TW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的時候）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9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temp = 2.0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factor[“BCE”] = factor[“logit”] = 1/2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1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temp = 0.25</a:t>
                      </a:r>
                    </a:p>
                    <a:p>
                      <a:pPr algn="ctr"/>
                      <a:r>
                        <a:rPr lang="en-US" altLang="zh-TW" dirty="0"/>
                        <a:t>factor[“BCE”] = factor[“logit”] = 1/2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48.42%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74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temp = 0.25</a:t>
                      </a:r>
                    </a:p>
                    <a:p>
                      <a:pPr algn="ctr"/>
                      <a:r>
                        <a:rPr lang="en-US" altLang="zh-TW" dirty="0"/>
                        <a:t>factor[“BCE”] = 0.8, factor[“logit”] = 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666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temp = 0.25</a:t>
                      </a:r>
                    </a:p>
                    <a:p>
                      <a:pPr algn="ctr"/>
                      <a:r>
                        <a:rPr lang="en-US" altLang="zh-TW" dirty="0"/>
                        <a:t>factor[“BCE”] = 0.2, factor[“logit”] = 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67.42%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02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77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3390</TotalTime>
  <Words>290</Words>
  <Application>Microsoft Office PowerPoint</Application>
  <PresentationFormat>寬螢幕</PresentationFormat>
  <Paragraphs>67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標楷體</vt:lpstr>
      <vt:lpstr>Aptos</vt:lpstr>
      <vt:lpstr>Aptos Display</vt:lpstr>
      <vt:lpstr>Arial</vt:lpstr>
      <vt:lpstr>Times New Roman</vt:lpstr>
      <vt:lpstr>Office 佈景主題</vt:lpstr>
      <vt:lpstr>11/25 個人咪挺 KD with static factors（二）</vt:lpstr>
      <vt:lpstr>Recall</vt:lpstr>
      <vt:lpstr>Recall</vt:lpstr>
      <vt:lpstr>Train Setting</vt:lpstr>
      <vt:lpstr>Loss Curve (logit)</vt:lpstr>
      <vt:lpstr>Loss Curve (logit)</vt:lpstr>
      <vt:lpstr>Loss Curve (logit)</vt:lpstr>
      <vt:lpstr>Loss Curve (logit)</vt:lpstr>
      <vt:lpstr>Loss Curve (logit)</vt:lpstr>
      <vt:lpstr>Result Metric (TDR@FDR=1%)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51</cp:revision>
  <dcterms:created xsi:type="dcterms:W3CDTF">2025-09-01T15:41:03Z</dcterms:created>
  <dcterms:modified xsi:type="dcterms:W3CDTF">2025-11-24T15:40:04Z</dcterms:modified>
</cp:coreProperties>
</file>