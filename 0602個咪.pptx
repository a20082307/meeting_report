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31" r:id="rId3"/>
    <p:sldId id="340" r:id="rId4"/>
    <p:sldId id="349" r:id="rId5"/>
    <p:sldId id="359" r:id="rId6"/>
    <p:sldId id="320" r:id="rId7"/>
    <p:sldId id="350" r:id="rId8"/>
    <p:sldId id="351" r:id="rId9"/>
    <p:sldId id="360" r:id="rId10"/>
    <p:sldId id="361" r:id="rId11"/>
    <p:sldId id="362" r:id="rId12"/>
    <p:sldId id="363" r:id="rId13"/>
    <p:sldId id="347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6E8"/>
    <a:srgbClr val="EFF98F"/>
    <a:srgbClr val="FBABB3"/>
    <a:srgbClr val="9FC5E8"/>
    <a:srgbClr val="E6ECEF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7484" autoAdjust="0"/>
  </p:normalViewPr>
  <p:slideViewPr>
    <p:cSldViewPr snapToGrid="0">
      <p:cViewPr varScale="1">
        <p:scale>
          <a:sx n="90" d="100"/>
          <a:sy n="90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2C8B-0BE6-A698-FB0B-3AF6CDE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7A413E-FF77-ED69-C978-D9424F782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D5ED08-2A85-1656-52C3-1001481A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5FA1E1-DD64-AE1E-B96F-5DC1BAB6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4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034F-5C94-A8AC-DB66-CDCC2C4B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1D682A5-C5D6-1D23-B075-274D91B54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D3F290-F4DB-EE66-9A0F-434D23F39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EFCE69-EFC6-182E-3E92-0D69EC6BF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505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B4B4C-0D89-C7F5-C9A7-CD43D16E1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0B4BAA4-EB62-2A04-1C9E-1C0874C93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2E1049-927E-3BC6-DEBC-54BC026BF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2CB070-4B33-E6CD-C60B-7F4F028EA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00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9606B-5A02-B7DD-1260-79110D15D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BE7F118-CD4F-D666-6E95-832BCE356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4E1D07-7C0B-2F4C-C3DA-0422288FC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B049CA-0312-1A87-1F49-44B747EAB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05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A1FE2-A33A-74C7-F05E-687AA4B4F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648B3D7-19EA-7BF5-763D-2A46AD1D3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D86BCE-9A0F-4FE9-4456-B3EADAF7E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83FD91-1FA7-ECBE-6C0B-CA6548A9B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43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85FD-ACA2-BAB1-29E2-E76EA44D5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1FF30B-B1CE-DCA4-40E8-0BEA897D8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DE283C1-0E70-4DC9-599F-D34B51C75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622EEE-E414-4C4F-69BC-73C4DB475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7871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AF1EF-4977-3AA8-3483-8829DAACD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5D5D2A3-A364-BF3F-5E46-52505C0A9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68C1E6-B9A8-BC28-2B83-E3F25A398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697E9A-BB29-C865-9DDA-C1FAF5A26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3891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A6BB7-1423-A19C-E711-C4336148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1B998C5-9680-BDEB-A666-BE2616B2F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7E1BB32-308C-45D7-63BB-ECF9F8A03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EC2450-BBE8-2427-7331-D17BC081E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0849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A9424-778C-BDDB-A61A-C5CA1349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1525968-7E04-7F2C-8698-D446CFD61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8D588E5-4C14-782E-2646-8EDA06E3D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BE9D64-F87D-EBE8-E353-0BAF1DA2D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739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AFB0B-991B-F969-6CE8-5EEA06EF5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752F69-7478-D0CB-54D7-1AAD19A1C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86FF262-9928-E6D4-D438-A10AE7667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F79F4F-24F6-4A31-FAB6-47F14411C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57236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39A2C-46F1-5B96-2DCF-2E64F76A6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11E7264-8AEF-E9E5-F552-D4C3028C2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1AFFF96-F026-A9DB-B3CE-CAE0B57D9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FDF299-338A-E4AE-7B69-48D4F506A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11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6/2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Results of different hidden dimension of classifier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E14-5370-BC34-8F78-D2E2BF87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78D54948-0E07-DCD4-C6AD-59F1B4986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649" y="1915884"/>
            <a:ext cx="5010390" cy="36684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30872B2-61CA-5279-C021-3F3A2EC5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517253-E056-BDCD-6A7E-E6441616E0D1}"/>
              </a:ext>
            </a:extLst>
          </p:cNvPr>
          <p:cNvSpPr txBox="1"/>
          <p:nvPr/>
        </p:nvSpPr>
        <p:spPr>
          <a:xfrm>
            <a:off x="4564277" y="6031210"/>
            <a:ext cx="3063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F0"/>
                </a:solidFill>
              </a:rPr>
              <a:t>Blue</a:t>
            </a:r>
            <a:r>
              <a:rPr lang="en-US" altLang="zh-TW" sz="1200" dirty="0"/>
              <a:t>: Selected layer to do MGD-1layer</a:t>
            </a:r>
            <a:br>
              <a:rPr lang="en-US" altLang="zh-TW" sz="1200" dirty="0"/>
            </a:br>
            <a:r>
              <a:rPr lang="en-US" altLang="zh-TW" sz="1200" dirty="0">
                <a:solidFill>
                  <a:srgbClr val="FF0000"/>
                </a:solidFill>
              </a:rPr>
              <a:t>Red</a:t>
            </a:r>
            <a:r>
              <a:rPr lang="en-US" altLang="zh-TW" sz="1200" dirty="0"/>
              <a:t>: The layer we modified stride number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477D0B-1BFD-783F-3FF6-7D3FA8FEB257}"/>
              </a:ext>
            </a:extLst>
          </p:cNvPr>
          <p:cNvSpPr/>
          <p:nvPr/>
        </p:nvSpPr>
        <p:spPr>
          <a:xfrm>
            <a:off x="6259159" y="4061406"/>
            <a:ext cx="4794811" cy="17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B3AD89-5EA1-1FA4-F27E-83B394FFE84D}"/>
              </a:ext>
            </a:extLst>
          </p:cNvPr>
          <p:cNvSpPr/>
          <p:nvPr/>
        </p:nvSpPr>
        <p:spPr>
          <a:xfrm>
            <a:off x="6259159" y="4626158"/>
            <a:ext cx="4794811" cy="17313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CB1781C1-0B31-F08B-4A6F-13F35B69B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6" y="1419004"/>
            <a:ext cx="4822613" cy="413864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4D9693F-CD95-0497-9C03-333C40C968EE}"/>
              </a:ext>
            </a:extLst>
          </p:cNvPr>
          <p:cNvSpPr/>
          <p:nvPr/>
        </p:nvSpPr>
        <p:spPr>
          <a:xfrm>
            <a:off x="1138030" y="4688974"/>
            <a:ext cx="4562126" cy="1481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385ED7-8688-6701-233A-529186A4496E}"/>
              </a:ext>
            </a:extLst>
          </p:cNvPr>
          <p:cNvSpPr txBox="1"/>
          <p:nvPr/>
        </p:nvSpPr>
        <p:spPr>
          <a:xfrm>
            <a:off x="1881899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Large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F3A1C2-43A9-08F7-98D7-1E69D7152F60}"/>
              </a:ext>
            </a:extLst>
          </p:cNvPr>
          <p:cNvSpPr txBox="1"/>
          <p:nvPr/>
        </p:nvSpPr>
        <p:spPr>
          <a:xfrm>
            <a:off x="7120122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Small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97C474-7B9C-9D3C-BE62-F5BB3EE8C1EA}"/>
              </a:ext>
            </a:extLst>
          </p:cNvPr>
          <p:cNvSpPr/>
          <p:nvPr/>
        </p:nvSpPr>
        <p:spPr>
          <a:xfrm>
            <a:off x="1022153" y="1791188"/>
            <a:ext cx="4794811" cy="17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8100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2B5E-EC8F-C191-31CD-CFB6A61B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2587F-E3EF-8584-1014-0869BA97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vs. Custom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Bneck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8459BF8-A95E-79BE-A8E5-74C3E1EF1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24" y="2742148"/>
            <a:ext cx="5662090" cy="306000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B356B50-8C9F-5B3C-B71E-181ADD3C8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724" y="2742148"/>
            <a:ext cx="5696024" cy="30600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D270110-D70E-D44A-FEB6-0145962DA261}"/>
              </a:ext>
            </a:extLst>
          </p:cNvPr>
          <p:cNvSpPr/>
          <p:nvPr/>
        </p:nvSpPr>
        <p:spPr>
          <a:xfrm>
            <a:off x="9336501" y="4272149"/>
            <a:ext cx="730332" cy="1129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D6C02B-5F74-92EE-BE38-4D6339D67261}"/>
              </a:ext>
            </a:extLst>
          </p:cNvPr>
          <p:cNvSpPr/>
          <p:nvPr/>
        </p:nvSpPr>
        <p:spPr>
          <a:xfrm>
            <a:off x="10445725" y="4252270"/>
            <a:ext cx="88768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22B2204-AA5D-2DF1-160B-EF8CC1494C29}"/>
              </a:ext>
            </a:extLst>
          </p:cNvPr>
          <p:cNvSpPr txBox="1"/>
          <p:nvPr/>
        </p:nvSpPr>
        <p:spPr>
          <a:xfrm>
            <a:off x="906877" y="5877420"/>
            <a:ext cx="4171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Modified</a:t>
            </a:r>
          </a:p>
          <a:p>
            <a:pPr algn="ctr"/>
            <a:r>
              <a:rPr lang="en-US" altLang="zh-TW" dirty="0"/>
              <a:t>( Only change part of </a:t>
            </a:r>
            <a:r>
              <a:rPr lang="en-US" altLang="zh-TW" dirty="0" err="1"/>
              <a:t>torchvision</a:t>
            </a:r>
            <a:r>
              <a:rPr lang="en-US" altLang="zh-TW" dirty="0"/>
              <a:t> model )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34B0AF9-843E-9F4F-C5EA-5BB09717F2C2}"/>
              </a:ext>
            </a:extLst>
          </p:cNvPr>
          <p:cNvSpPr txBox="1"/>
          <p:nvPr/>
        </p:nvSpPr>
        <p:spPr>
          <a:xfrm>
            <a:off x="7232847" y="5877420"/>
            <a:ext cx="4207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Custom</a:t>
            </a:r>
          </a:p>
          <a:p>
            <a:pPr algn="ctr"/>
            <a:r>
              <a:rPr lang="en-US" altLang="zh-TW" dirty="0"/>
              <a:t>( Re-write the model with some mistake )</a:t>
            </a:r>
          </a:p>
          <a:p>
            <a:pPr algn="ctr"/>
            <a:r>
              <a:rPr lang="en-US" altLang="zh-TW" dirty="0"/>
              <a:t>( Used in previous time 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BEB774-2C1A-F198-01B5-B3B149F2D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091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en-US" altLang="zh-TW" dirty="0"/>
              <a:t>Change the ordering of SE layer forward pass</a:t>
            </a:r>
          </a:p>
          <a:p>
            <a:pPr fontAlgn="base"/>
            <a:r>
              <a:rPr lang="en-US" altLang="zh-TW" dirty="0"/>
              <a:t>Add an activation function in the end of projection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86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C58D-7C7F-0763-E1B0-26909F05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224889-E59C-DE90-411A-80C2AED2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Model Type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6DAC2D-B35A-5A70-E382-1EEB3B19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SE forward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projection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both</a:t>
            </a:r>
          </a:p>
        </p:txBody>
      </p:sp>
    </p:spTree>
    <p:extLst>
      <p:ext uri="{BB962C8B-B14F-4D97-AF65-F5344CB8AC3E}">
        <p14:creationId xmlns:p14="http://schemas.microsoft.com/office/powerpoint/2010/main" val="86680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B21BF-9798-6C2D-BB64-E24183E4E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00D17D-403A-F4B9-5CDA-F655571CE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of changing hidden dimension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057B62C-C612-419C-DB79-EE1F971B1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534" y="4640166"/>
            <a:ext cx="3842059" cy="160188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B3205B6-487F-44D6-DD55-524FD5CE2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860" y="2371800"/>
            <a:ext cx="4950940" cy="297812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56B1BF8-9BCD-25D2-4839-A7A8083C39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8360" y="1690688"/>
            <a:ext cx="3828233" cy="279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47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F6C1-95E8-53AE-FE6F-D7B07ABF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FBA747-FBB4-CC7E-C5A2-D6930710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I.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9D6608-B0AA-C77B-4D42-5865A5F23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63"/>
            <a:ext cx="10938536" cy="4351338"/>
          </a:xfrm>
        </p:spPr>
        <p:txBody>
          <a:bodyPr>
            <a:normAutofit lnSpcReduction="10000"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 for baseline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0.01,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= 0.01,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0.15 for KD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dimension = 512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MobileNet_V3_Large, change SE layer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369672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B060F-958F-4D85-C0A3-C0DD5300C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353D51-7467-C954-6BC7-8DCC95E21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baseline)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EF0DB4A-00E3-EAA2-C5FA-923F74E38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571" y="1629000"/>
            <a:ext cx="6123429" cy="3600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0AD00A0-533F-DC76-79CC-A8D971CFC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9000"/>
            <a:ext cx="6123429" cy="3600000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3395406-E6FC-9A8F-67FE-C326286F6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783957"/>
              </p:ext>
            </p:extLst>
          </p:nvPr>
        </p:nvGraphicFramePr>
        <p:xfrm>
          <a:off x="139678" y="5229000"/>
          <a:ext cx="5658598" cy="68580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4-stage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endParaRPr lang="en-US" altLang="zh-TW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83.26%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6.81%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8.14%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5.47%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158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31FFD38-4E31-763A-05D0-21AB4CE22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102142"/>
              </p:ext>
            </p:extLst>
          </p:nvPr>
        </p:nvGraphicFramePr>
        <p:xfrm>
          <a:off x="6393724" y="5229000"/>
          <a:ext cx="5658598" cy="68580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5-stage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endParaRPr lang="en-US" altLang="zh-TW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83.26%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4.57%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3.62%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5.52%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57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AF4F-A60A-799B-D46A-8229CCDA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D5EC57-9CC4-3D05-3DA8-ABA3DF19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KD)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FF8662E-983A-7AB8-43FD-0A4855BF8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9000"/>
            <a:ext cx="6123429" cy="360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50B2316-4D5D-03F3-90B6-7402FDC7F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1" y="1629000"/>
            <a:ext cx="6123429" cy="3600000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3142B14-E326-87F1-2DF1-D4033A5BD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211838"/>
              </p:ext>
            </p:extLst>
          </p:nvPr>
        </p:nvGraphicFramePr>
        <p:xfrm>
          <a:off x="139678" y="5229000"/>
          <a:ext cx="5658598" cy="102870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Baseline, 4-stage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83.26%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6.81%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8.14%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5.47%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158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616609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KD, 4-stage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0.56%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176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8D6AA5C-283C-97E7-7711-6D46FB052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390551"/>
              </p:ext>
            </p:extLst>
          </p:nvPr>
        </p:nvGraphicFramePr>
        <p:xfrm>
          <a:off x="6393724" y="5229000"/>
          <a:ext cx="5658598" cy="102870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Baseline, 5-stage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83.26%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4.57%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3.62%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5.52%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KD, 5-stage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99.10%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1.05%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162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80CA1-C543-49EF-4F5E-1E045D7FD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831CA6-1D01-E6F4-047B-8F88A072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II.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756AD5-3C89-E0A2-45AE-CF9C0098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63"/>
            <a:ext cx="10938536" cy="4351338"/>
          </a:xfrm>
        </p:spPr>
        <p:txBody>
          <a:bodyPr>
            <a:normAutofit lnSpcReduction="10000"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 for baseline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0.01,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= 0.01,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0.15 for KD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dimension = 256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MobileNet_V3_Large, change SE layer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512588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CA452-EB59-C223-835B-176BB1DA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EA47D1-2CC2-3C00-8F38-0DEE01014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76614DE-0526-17CB-F8DF-5934DD2C5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571" y="1629000"/>
            <a:ext cx="6123429" cy="3600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0E612DB-F8C2-A854-72F3-33DE9C8E5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9000"/>
            <a:ext cx="6123600" cy="3600000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2DCBC45-299F-7F70-7D2C-A10718196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140421"/>
              </p:ext>
            </p:extLst>
          </p:nvPr>
        </p:nvGraphicFramePr>
        <p:xfrm>
          <a:off x="139678" y="5229000"/>
          <a:ext cx="5658598" cy="68580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4-stage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endParaRPr lang="en-US" altLang="zh-TW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86.43%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5.88%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4.52%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7.23%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65EF985-B4B5-93C9-4908-9F92D7775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771415"/>
              </p:ext>
            </p:extLst>
          </p:nvPr>
        </p:nvGraphicFramePr>
        <p:xfrm>
          <a:off x="6393724" y="5229000"/>
          <a:ext cx="5658598" cy="68580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5-stage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endParaRPr lang="en-US" altLang="zh-TW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82.35%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4.97%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5.43%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4.52%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196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02F7-EC53-F968-E6C8-31BB45D3F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C6E3C5-0B80-47F4-3A56-FF098C045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139CF55-84E4-23FF-CE45-DEB7C5D03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571" y="1629000"/>
            <a:ext cx="6123429" cy="360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27A96A2-F0D4-7883-3398-D1584CDEC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9000"/>
            <a:ext cx="6123429" cy="3600000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0A08A50-9AE4-0C67-67D2-16173AF86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732708"/>
              </p:ext>
            </p:extLst>
          </p:nvPr>
        </p:nvGraphicFramePr>
        <p:xfrm>
          <a:off x="139678" y="5229000"/>
          <a:ext cx="5658598" cy="102870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Baseline, 4-stage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86.43%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5.88%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4.52%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7.23%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616609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KD, 4-stage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1.81%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0.48%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66DC0C1-8B17-AB41-BC0D-0075F76D0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368270"/>
              </p:ext>
            </p:extLst>
          </p:nvPr>
        </p:nvGraphicFramePr>
        <p:xfrm>
          <a:off x="6393724" y="5229000"/>
          <a:ext cx="5658598" cy="137160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Baseline, 5-stage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82.35%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4.97%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5.43%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4.52%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KD, 5-stage I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0.64%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1.28 %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KD, 5-stage II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627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414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DAF8A-A869-7FFC-3605-B87987FB4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E5EC59E-4F59-5FE4-0D44-38D1C5223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5D3C1A2-E21C-ECD0-06A6-786DFB687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021881"/>
              </p:ext>
            </p:extLst>
          </p:nvPr>
        </p:nvGraphicFramePr>
        <p:xfrm>
          <a:off x="838200" y="2767385"/>
          <a:ext cx="10496910" cy="3962400"/>
        </p:xfrm>
        <a:graphic>
          <a:graphicData uri="http://schemas.openxmlformats.org/drawingml/2006/table">
            <a:tbl>
              <a:tblPr/>
              <a:tblGrid>
                <a:gridCol w="3852275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TW" altLang="en-US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≥ </a:t>
                      </a: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85.11%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3.489%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6.033%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0.956%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SE layer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99.10%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152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64171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4-stage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endParaRPr lang="en-US" altLang="zh-TW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90.95%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5.88%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2.19%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31738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1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SE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4-stage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1024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99.55%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0.51%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0.45%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0.57%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174</a:t>
                      </a:r>
                      <a:endParaRPr lang="zh-TW" alt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473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1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both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5-stage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1024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99.10%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52291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1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SE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4-stage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512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0.56%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176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580913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1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SE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5-stage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256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631687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E519A22A-EC94-85BF-933C-1DBB55DEF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606CA85-6997-F8F2-4655-F08F255B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Matrix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54F8E34-1E7A-2002-0BC6-140AB5951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223441"/>
              </p:ext>
            </p:extLst>
          </p:nvPr>
        </p:nvGraphicFramePr>
        <p:xfrm>
          <a:off x="1000178" y="1651186"/>
          <a:ext cx="10191643" cy="1028700"/>
        </p:xfrm>
        <a:graphic>
          <a:graphicData uri="http://schemas.openxmlformats.org/drawingml/2006/table">
            <a:tbl>
              <a:tblPr/>
              <a:tblGrid>
                <a:gridCol w="80653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173139">
                  <a:extLst>
                    <a:ext uri="{9D8B030D-6E8A-4147-A177-3AD203B41FA5}">
                      <a16:colId xmlns:a16="http://schemas.microsoft.com/office/drawing/2014/main" val="1400992123"/>
                    </a:ext>
                  </a:extLst>
                </a:gridCol>
                <a:gridCol w="1173139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173139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173139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173139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173139">
                  <a:extLst>
                    <a:ext uri="{9D8B030D-6E8A-4147-A177-3AD203B41FA5}">
                      <a16:colId xmlns:a16="http://schemas.microsoft.com/office/drawing/2014/main" val="1856162286"/>
                    </a:ext>
                  </a:extLst>
                </a:gridCol>
                <a:gridCol w="1173139">
                  <a:extLst>
                    <a:ext uri="{9D8B030D-6E8A-4147-A177-3AD203B41FA5}">
                      <a16:colId xmlns:a16="http://schemas.microsoft.com/office/drawing/2014/main" val="3178627777"/>
                    </a:ext>
                  </a:extLst>
                </a:gridCol>
                <a:gridCol w="1173139">
                  <a:extLst>
                    <a:ext uri="{9D8B030D-6E8A-4147-A177-3AD203B41FA5}">
                      <a16:colId xmlns:a16="http://schemas.microsoft.com/office/drawing/2014/main" val="13788964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</a:rPr>
                        <a:t>4-stage, </a:t>
                      </a:r>
                      <a:r>
                        <a:rPr lang="en-US" sz="1000" dirty="0" err="1">
                          <a:effectLst/>
                        </a:rPr>
                        <a:t>hd</a:t>
                      </a:r>
                      <a:r>
                        <a:rPr lang="en-US" sz="1000" dirty="0">
                          <a:effectLst/>
                        </a:rPr>
                        <a:t> = 1024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5-stage, </a:t>
                      </a:r>
                      <a:r>
                        <a:rPr lang="en-US" altLang="zh-TW" sz="1000" dirty="0" err="1">
                          <a:effectLst/>
                        </a:rPr>
                        <a:t>hd</a:t>
                      </a:r>
                      <a:r>
                        <a:rPr lang="en-US" altLang="zh-TW" sz="1000" dirty="0">
                          <a:effectLst/>
                        </a:rPr>
                        <a:t> = 1024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4-stage, </a:t>
                      </a:r>
                      <a:r>
                        <a:rPr lang="en-US" altLang="zh-TW" sz="1000" dirty="0" err="1">
                          <a:effectLst/>
                        </a:rPr>
                        <a:t>hd</a:t>
                      </a:r>
                      <a:r>
                        <a:rPr lang="en-US" altLang="zh-TW" sz="1000" dirty="0">
                          <a:effectLst/>
                        </a:rPr>
                        <a:t> = 512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5-stage, </a:t>
                      </a:r>
                      <a:r>
                        <a:rPr lang="en-US" altLang="zh-TW" sz="1000" dirty="0" err="1">
                          <a:effectLst/>
                        </a:rPr>
                        <a:t>hd</a:t>
                      </a:r>
                      <a:r>
                        <a:rPr lang="en-US" altLang="zh-TW" sz="1000" dirty="0">
                          <a:effectLst/>
                        </a:rPr>
                        <a:t> = 512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4-stage, </a:t>
                      </a:r>
                      <a:r>
                        <a:rPr lang="en-US" altLang="zh-TW" sz="1000" dirty="0" err="1">
                          <a:effectLst/>
                        </a:rPr>
                        <a:t>hd</a:t>
                      </a:r>
                      <a:r>
                        <a:rPr lang="en-US" altLang="zh-TW" sz="1000" dirty="0">
                          <a:effectLst/>
                        </a:rPr>
                        <a:t> = 256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5-stage, </a:t>
                      </a:r>
                      <a:r>
                        <a:rPr lang="en-US" altLang="zh-TW" sz="1000" dirty="0" err="1">
                          <a:effectLst/>
                        </a:rPr>
                        <a:t>hd</a:t>
                      </a:r>
                      <a:r>
                        <a:rPr lang="en-US" altLang="zh-TW" sz="1000" dirty="0">
                          <a:effectLst/>
                        </a:rPr>
                        <a:t> = 256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4-stage, </a:t>
                      </a:r>
                      <a:r>
                        <a:rPr lang="en-US" altLang="zh-TW" sz="1000" dirty="0" err="1">
                          <a:effectLst/>
                        </a:rPr>
                        <a:t>hd</a:t>
                      </a:r>
                      <a:r>
                        <a:rPr lang="en-US" altLang="zh-TW" sz="1000" dirty="0">
                          <a:effectLst/>
                        </a:rPr>
                        <a:t> = 128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5-stage, </a:t>
                      </a:r>
                      <a:r>
                        <a:rPr lang="en-US" altLang="zh-TW" sz="1000" dirty="0" err="1">
                          <a:effectLst/>
                        </a:rPr>
                        <a:t>hd</a:t>
                      </a:r>
                      <a:r>
                        <a:rPr lang="en-US" altLang="zh-TW" sz="1000" dirty="0">
                          <a:effectLst/>
                        </a:rPr>
                        <a:t> = 128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TW" alt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params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</a:rPr>
                        <a:t>1.52 M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1.52 M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1.22 M (-19.7%)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1.22 M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(-19.7%)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1.08 M (-28.9%)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</a:rPr>
                        <a:t>1.08 M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(-28.9%)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</a:rPr>
                        <a:t>1 M (-34.2%)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</a:rPr>
                        <a:t>1 M </a:t>
                      </a:r>
                      <a:r>
                        <a:rPr lang="en-US" altLang="zh-TW" sz="1000" dirty="0">
                          <a:effectLst/>
                        </a:rPr>
                        <a:t>(-34.2%)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23.59</a:t>
                      </a:r>
                      <a:r>
                        <a:rPr lang="en-US" sz="1000" dirty="0">
                          <a:effectLst/>
                        </a:rPr>
                        <a:t> M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13.76 M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23.3 M (-1.2%)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13.47 M (-2.1%)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23.15 M (-1.9%)</a:t>
                      </a:r>
                      <a:endParaRPr lang="en-US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</a:rPr>
                        <a:t>13.32 M (-3.2%)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</a:rPr>
                        <a:t>23.08 M (-2.2%)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</a:rPr>
                        <a:t>13.25 M (-3.7%)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450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5927</TotalTime>
  <Words>924</Words>
  <Application>Microsoft Office PowerPoint</Application>
  <PresentationFormat>寬螢幕</PresentationFormat>
  <Paragraphs>272</Paragraphs>
  <Slides>13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6/2 個人咪挺 Results of different hidden dimension of classifier</vt:lpstr>
      <vt:lpstr>Modified MobileNet Model Structure</vt:lpstr>
      <vt:lpstr>Modified vs. Custom Bneck Structure</vt:lpstr>
      <vt:lpstr>Current Model Type</vt:lpstr>
      <vt:lpstr>Reason of changing hidden dimension</vt:lpstr>
      <vt:lpstr>Recall – MGD Process</vt:lpstr>
      <vt:lpstr>Train Setting I.</vt:lpstr>
      <vt:lpstr>Metric Curve (TDR@FDR=1%, baseline)</vt:lpstr>
      <vt:lpstr>Metric Curve (TDR@FDR=1%, KD)</vt:lpstr>
      <vt:lpstr>Train Setting II.</vt:lpstr>
      <vt:lpstr>Metric Curve (TDR@FDR=1%)</vt:lpstr>
      <vt:lpstr>Metric Curve (TDR@FDR=1%)</vt:lpstr>
      <vt:lpstr>Result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140</cp:revision>
  <dcterms:created xsi:type="dcterms:W3CDTF">2025-09-01T15:41:03Z</dcterms:created>
  <dcterms:modified xsi:type="dcterms:W3CDTF">2026-06-02T00:25:17Z</dcterms:modified>
</cp:coreProperties>
</file>