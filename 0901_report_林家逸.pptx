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37" r:id="rId3"/>
    <p:sldId id="356" r:id="rId4"/>
    <p:sldId id="365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80" d="100"/>
          <a:sy n="80" d="100"/>
        </p:scale>
        <p:origin x="56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8ABE-A3F3-370D-4E0A-AF7411B8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7137F6-E3AF-8AD6-0526-76909976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9D9DCA-00CF-A742-366B-DE7DE6E81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CE16DF-75E9-2FEE-4E38-0FCD51FD8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62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094E-AB3D-0363-7CC7-A68E7BC6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630CA07-2173-C7C9-98E1-106F9D1B1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BFA097-2325-2E87-CAD0-72B41ECF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2A882-8AEC-E65F-9910-787619909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320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FFFC-CD57-7A67-A58A-510C637A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22FBB0-3195-A975-5E5C-8B77A73C3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7B5CC9-6E77-5232-FB3A-26C7D65E1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5E1E0A-F91C-F0AA-59B5-814C378AD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91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 anchor="ctr">
            <a:noAutofit/>
          </a:bodyPr>
          <a:lstStyle/>
          <a:p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Tenstorrent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Progress Report</a:t>
            </a:r>
            <a:b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9/1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林家逸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BF25-233E-9E51-1CBC-28640975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0F3D0-81AA-A439-6FB7-C8618E06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0CD45B-B672-2873-6CD1-3463E048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serialized vs. batched</a:t>
            </a:r>
          </a:p>
        </p:txBody>
      </p:sp>
    </p:spTree>
    <p:extLst>
      <p:ext uri="{BB962C8B-B14F-4D97-AF65-F5344CB8AC3E}">
        <p14:creationId xmlns:p14="http://schemas.microsoft.com/office/powerpoint/2010/main" val="163901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6F42-5640-7073-38B3-73C3202D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EAA2EE3-06D2-CB1D-23E0-12D0F4DA8C6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warmup = 2, iterations = 30, tiles-per-core = 8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serialized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Q, K, V from DRAM to L1 MEM one by one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batched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Q, K, V from DRAM to L1 MEM simultaneously</a:t>
            </a: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C0836DB1-25A0-A458-1DEA-E035D785331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serialized vs. batched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2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C969-75F4-33BC-E57D-3EE3C3AD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F16B15A-6E19-E9EE-DBE5-448EC4E95D0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67F3B509-80D9-FC42-AF7F-93EB7BD160E6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260D0BA-BC61-BE6E-F133-CF0EAEBE8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688341"/>
              </p:ext>
            </p:extLst>
          </p:nvPr>
        </p:nvGraphicFramePr>
        <p:xfrm>
          <a:off x="918972" y="3607055"/>
          <a:ext cx="10776992" cy="256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248">
                  <a:extLst>
                    <a:ext uri="{9D8B030D-6E8A-4147-A177-3AD203B41FA5}">
                      <a16:colId xmlns:a16="http://schemas.microsoft.com/office/drawing/2014/main" val="1868511921"/>
                    </a:ext>
                  </a:extLst>
                </a:gridCol>
                <a:gridCol w="2694248">
                  <a:extLst>
                    <a:ext uri="{9D8B030D-6E8A-4147-A177-3AD203B41FA5}">
                      <a16:colId xmlns:a16="http://schemas.microsoft.com/office/drawing/2014/main" val="1837456825"/>
                    </a:ext>
                  </a:extLst>
                </a:gridCol>
                <a:gridCol w="2694248">
                  <a:extLst>
                    <a:ext uri="{9D8B030D-6E8A-4147-A177-3AD203B41FA5}">
                      <a16:colId xmlns:a16="http://schemas.microsoft.com/office/drawing/2014/main" val="3320947657"/>
                    </a:ext>
                  </a:extLst>
                </a:gridCol>
                <a:gridCol w="2694248">
                  <a:extLst>
                    <a:ext uri="{9D8B030D-6E8A-4147-A177-3AD203B41FA5}">
                      <a16:colId xmlns:a16="http://schemas.microsoft.com/office/drawing/2014/main" val="724191477"/>
                    </a:ext>
                  </a:extLst>
                </a:gridCol>
              </a:tblGrid>
              <a:tr h="42831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Denominator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serialized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batched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582834"/>
                  </a:ext>
                </a:extLst>
              </a:tr>
              <a:tr h="428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iteration exec time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~ 54.3 us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~ 54.8us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977289"/>
                  </a:ext>
                </a:extLst>
              </a:tr>
              <a:tr h="428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compute input wait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SELF_ATTENTION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~ 8.9%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~ 9.4%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352416"/>
                  </a:ext>
                </a:extLst>
              </a:tr>
              <a:tr h="428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Reader CB backpressure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READER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20.7%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42.4%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669596"/>
                  </a:ext>
                </a:extLst>
              </a:tr>
              <a:tr h="428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Writer wait for compute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WRITER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86.6%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87.4%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730576"/>
                  </a:ext>
                </a:extLst>
              </a:tr>
              <a:tr h="428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Output CB wait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SELF_ATTENTION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~ 0.38%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~ 0.38%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90909"/>
                  </a:ext>
                </a:extLst>
              </a:tr>
            </a:tbl>
          </a:graphicData>
        </a:graphic>
      </p:graphicFrame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F834E0CC-C485-7265-2542-A4888946B10A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938536" cy="1450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batched need more time to wait input and read input from DRAM to L1 MEM, since when Q and K is sent, compute kernel can start calculation</a:t>
            </a:r>
          </a:p>
        </p:txBody>
      </p:sp>
    </p:spTree>
    <p:extLst>
      <p:ext uri="{BB962C8B-B14F-4D97-AF65-F5344CB8AC3E}">
        <p14:creationId xmlns:p14="http://schemas.microsoft.com/office/powerpoint/2010/main" val="400480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7996</TotalTime>
  <Words>141</Words>
  <Application>Microsoft Office PowerPoint</Application>
  <PresentationFormat>寬螢幕</PresentationFormat>
  <Paragraphs>36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佈景主題</vt:lpstr>
      <vt:lpstr>Tenstorrent Progress Report 9/1 林家逸</vt:lpstr>
      <vt:lpstr>Outline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181</cp:revision>
  <dcterms:created xsi:type="dcterms:W3CDTF">2025-09-01T15:41:03Z</dcterms:created>
  <dcterms:modified xsi:type="dcterms:W3CDTF">2026-09-01T00:43:43Z</dcterms:modified>
</cp:coreProperties>
</file>