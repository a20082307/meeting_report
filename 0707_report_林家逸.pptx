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37" r:id="rId3"/>
    <p:sldId id="331" r:id="rId4"/>
    <p:sldId id="332" r:id="rId5"/>
    <p:sldId id="333" r:id="rId6"/>
    <p:sldId id="334" r:id="rId7"/>
    <p:sldId id="335" r:id="rId8"/>
    <p:sldId id="338" r:id="rId9"/>
    <p:sldId id="336" r:id="rId10"/>
    <p:sldId id="339" r:id="rId11"/>
    <p:sldId id="341" r:id="rId12"/>
    <p:sldId id="340" r:id="rId13"/>
    <p:sldId id="343" r:id="rId14"/>
    <p:sldId id="344" r:id="rId15"/>
    <p:sldId id="342" r:id="rId16"/>
    <p:sldId id="346" r:id="rId17"/>
    <p:sldId id="347" r:id="rId18"/>
    <p:sldId id="348" r:id="rId19"/>
    <p:sldId id="345" r:id="rId20"/>
    <p:sldId id="349" r:id="rId21"/>
    <p:sldId id="350" r:id="rId22"/>
    <p:sldId id="351" r:id="rId23"/>
    <p:sldId id="352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90" d="100"/>
          <a:sy n="90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8ABE-A3F3-370D-4E0A-AF7411B8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7137F6-E3AF-8AD6-0526-76909976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9D9DCA-00CF-A742-366B-DE7DE6E81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CE16DF-75E9-2FEE-4E38-0FCD51FD8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62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46A0F-0B19-7029-E258-4758E929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330ADC0-CFFD-305B-399D-58B9BBD9C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10AD66C-83E4-115A-C567-C4E0A6792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F14AB1-4C8E-A1F1-3D36-E69CD6BFE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5671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7D1D-07C5-A9C8-E76D-93D9D12A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68158B5-B456-23E9-EF6E-A7B2542496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073D27-2BEA-504F-571D-749F6FB21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697D02-AC21-611B-320A-73D39D0EE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2593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FA912-F5A0-D9FE-382C-8AC88BE19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70F44D3-6273-3CFC-6AC7-E7DE99A34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BFCA96-15F7-4B8E-70EB-1D4BC2E75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7C7D6D-370D-F2E4-203E-7A4F28A38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6209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1FC9-A982-F439-E81C-8A83C747A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31FE2CE-B1BA-963C-D88C-402E3E1A6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9B673E4-A76D-E57C-01CB-AAE5BFF90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B47120-1DF9-689F-945E-2DE9EDB6A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460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C8D2-E59D-FD64-881B-8935A0B5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E86E31-417D-A06D-B327-8C9455D52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845AED-46CA-0A54-3E72-D160827E1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14D162-E0EA-F099-C1C4-22EAED2930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226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0AE1-6A5A-7833-5757-1636AC34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2778B9D-7410-DA9C-EEAB-5282A1742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1C1F1A5-1AC9-3F97-AA8F-14A586C129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A600B80-FF4C-0E3C-0ED8-914D6EE33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8839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FB1C-BB7F-F1EC-F64E-EF89B5A0B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13A879-6CBD-4173-7B47-E7C1A7DAA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AD5E4BE-C892-FEB4-3C07-DAD4EAD79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4B094C-78F6-6168-5BF2-FE72FD1A2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151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A3D7-7EDF-44D8-9F9A-3EEDA9942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4FEAC4-3C35-CEBD-CABD-4050ECB927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B8DB01-CE46-AD11-6DAA-9DE59DE6B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A528CA-A18A-E646-F8B5-44DF7406D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494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588E6-BBF8-80E9-8937-30EF311E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0260A8C-A778-B229-11F0-E57E6FCA9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3E4A6A-2FAA-4C04-6CF5-BFFCA0611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A7930A-2700-63D9-FA95-61080A703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93099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65ADC-4118-6450-450B-4E35B2AF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F633FF2-1889-F835-4964-9DD2F53248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0D0D71F-A20D-78E2-3431-223181833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E0FB18-183B-00DC-2501-AD97B3F267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05523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3455-9316-8520-022D-CD9F65C76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0F29E1-8D4D-6B68-FBAC-0A4FF38F96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89C9EE0-C172-203A-AEAA-0580DB52E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133FF69-8E9C-86FC-F622-66145C2B9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945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4FE66-9F86-8C35-0645-2A5A815DD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9A0D09B-0620-E46A-7528-873D84E037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75789B-EA0D-5A3E-D296-DEEDF0D98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E3D138-CE66-B35A-E0AC-A3A5EFD09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90040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642CB-C992-8437-9B54-56D640B58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2760573-6DD0-6C17-C977-2899220D1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69BA9CD-D86F-6357-E9EF-7DF0510E9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3EBBCB-D957-00CB-2869-C11D9D75C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842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0CD7-BC99-D93F-E3E7-E0C547429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F1B3CE-B7FF-4A2D-E6EC-E3F79EF40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39B4D81-746A-9DF8-58C3-30EDAD6E4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E37E97-5CB8-8AB1-F24A-6517EC27D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96280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F5965-8749-18BF-8154-81A2BCB11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3A4C1EA-1F4C-2916-1D3F-13B3241F0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A181C4-7DBC-E535-B07A-6A4CEF1CF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951AF3-3DBC-896A-540E-83F2A0727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07316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D7DE8-26A5-91B3-137A-16661D0F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9A0633-784A-F105-722E-6FF12C3E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9029DB-2CB8-D633-4857-8CEEA64F4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EF30BE-8DC8-E797-5F3C-6FACE9BCD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149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A9F69-E858-4004-55EB-9B203B63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01B696-2439-CB2D-EEA1-82832B03CE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22FA61B-1840-0161-DA58-E912627FF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2BE69C-47A7-DB1C-6A00-20ECD0FC89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762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02251-D11C-2A8B-0857-846C93AD8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11C4B0-A015-9002-8239-F89F435AF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2F8465-CAE7-25D3-F1F7-56E6128B0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DF317AF-B345-1789-5D43-4A2F03CB1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31646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4C222-0398-AE14-1FE7-47AF33E9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92FA1-9390-F54C-C747-2209D32C9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376981D-4B19-BF9B-E7DD-888D49AC1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17C7D66-2791-9B9F-CEBA-0C49CCECC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9350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10CE6-87F9-BA3B-3E5D-A893FA567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A413AA-BB5B-2E25-9E47-5DD62C446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B39A6F9-A27A-3577-E1C1-B067C0458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1F8701-8803-5437-AE4E-CB2B0B3C5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701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2026/7/12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 anchor="ctr">
            <a:noAutofit/>
          </a:bodyPr>
          <a:lstStyle/>
          <a:p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Tenstorrent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Progress Report</a:t>
            </a:r>
            <a:b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7/7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林家逸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BF25-233E-9E51-1CBC-28640975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0F3D0-81AA-A439-6FB7-C8618E06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0CD45B-B672-2873-6CD1-3463E048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Running code on device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control and Data Flow within the Compute Kernels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APIs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dispatch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SPMD in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01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TT-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926323-74F7-93AF-5016-E9C83B198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Tenstorrent’s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SDK for developing applications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Tensix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Processor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design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resembles OpenCL, providing C++ interfaces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high-level operations and direct hardware control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layer for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Tenstorrent’s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software stack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TT-NN, TT-MLIR and TT-Forge are built on top of TT-Metal</a:t>
            </a:r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C6DAF-3E4A-622E-8D64-79BCC547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21FE14-817F-798C-F025-3E3F2BC30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of Executing Code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D8EDBF-B7EE-EAFC-0ED3-9A60B4B90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8536" cy="503237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and open a device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memory buffers for input and output data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input data to device buffers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data movement and compute kernels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circular buffers for inter-kernel data communication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runtime parameters for kernel execution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 kernels for execution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 and wait for kernel completion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computational results from output buffers</a:t>
            </a:r>
          </a:p>
        </p:txBody>
      </p:sp>
    </p:spTree>
    <p:extLst>
      <p:ext uri="{BB962C8B-B14F-4D97-AF65-F5344CB8AC3E}">
        <p14:creationId xmlns:p14="http://schemas.microsoft.com/office/powerpoint/2010/main" val="183090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E425-EA16-62B1-99BA-26A5C422D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345AF-60D5-256E-9675-0F902C351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I</a:t>
            </a:r>
            <a:r>
              <a:rPr lang="zh-TW" altLang="zh-TW" dirty="0"/>
              <a:t>nitialize and </a:t>
            </a:r>
            <a:r>
              <a:rPr lang="en-US" altLang="zh-TW" dirty="0"/>
              <a:t>A</a:t>
            </a:r>
            <a:r>
              <a:rPr lang="zh-TW" altLang="zh-TW" dirty="0"/>
              <a:t>llocate the </a:t>
            </a:r>
            <a:r>
              <a:rPr lang="en-US" altLang="zh-TW" dirty="0"/>
              <a:t>N</a:t>
            </a:r>
            <a:r>
              <a:rPr lang="zh-TW" altLang="zh-TW" dirty="0"/>
              <a:t>ecessary </a:t>
            </a:r>
            <a:r>
              <a:rPr lang="en-US" altLang="zh-TW" dirty="0"/>
              <a:t>B</a:t>
            </a:r>
            <a:r>
              <a:rPr lang="zh-TW" altLang="zh-TW" dirty="0"/>
              <a:t>uffers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07DE8E-2856-B5D6-D46B-72F17CA99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4224"/>
            <a:ext cx="4768516" cy="1449552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TT-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everything belongs to a mesh. This design enables seamless scaling from one chip to multiple chips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ECDE242-0496-6AD2-4375-66E52DDDE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142" y="1690688"/>
            <a:ext cx="6104942" cy="420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40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13DD5-F246-FAEF-5E05-5D883135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C0B98E-0D5C-2482-9E7B-C852ED260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A</a:t>
            </a:r>
            <a:r>
              <a:rPr lang="zh-TW" altLang="zh-TW" dirty="0"/>
              <a:t>llocate the </a:t>
            </a:r>
            <a:r>
              <a:rPr lang="en-US" altLang="zh-TW" dirty="0"/>
              <a:t>Circular B</a:t>
            </a:r>
            <a:r>
              <a:rPr lang="zh-TW" altLang="zh-TW" dirty="0"/>
              <a:t>uffers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B7DFBB-C985-6FA4-8A7E-7433C47E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96585"/>
            <a:ext cx="4970141" cy="489629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circular buffer is configured to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two or more tiles worth of data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the reader kernel to fetch new data while the compute kernel processes the previous tile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the number of tiles per circular buffer can further enhance performance, but still need to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carefully evaluate memory usage constraints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recognize the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diminishing returns associated with larger buffer sizes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1F4EEBA-95C2-FC96-3AEE-DBA3C121A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659" y="1596585"/>
            <a:ext cx="4970141" cy="489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290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444C8-4C8A-1F18-3762-F6BACF12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456AC-A263-848C-D117-45300E7DA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Compile the Kernels of </a:t>
            </a:r>
            <a:br>
              <a:rPr lang="en-US" altLang="zh-TW" dirty="0"/>
            </a:br>
            <a:r>
              <a:rPr lang="en-US" altLang="zh-TW" dirty="0"/>
              <a:t>Data Movement &amp; Computation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DBD71CD-660F-1F12-1559-E24C52710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4592" y="1690688"/>
            <a:ext cx="7462812" cy="3548356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67C1DD6-FA75-9FB8-939E-CA9B73085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2757" y="5302084"/>
            <a:ext cx="6506483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74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3621C-E3F8-C666-0DD0-E65633D0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32F7B9-3A7B-3360-5677-A9D59FA4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D1CD6-113A-8AA1-FB12-6A83EFDFC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code on device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control and Data Flow within the Compute Kernels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APIs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dispatch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SPMD in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05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DDAF-B27E-DDF0-448F-426F5BEC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EE9311-C7A4-49F8-726B-1DCC8664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Layout &amp; Data Flow of </a:t>
            </a:r>
            <a:r>
              <a:rPr lang="en-US" altLang="zh-TW" dirty="0" err="1"/>
              <a:t>Tensix</a:t>
            </a:r>
            <a:r>
              <a:rPr lang="en-US" altLang="zh-TW" dirty="0"/>
              <a:t> Tile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213703-7564-FBD8-DF53-078421798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827" y="2218064"/>
            <a:ext cx="4102636" cy="3039735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DD7D195A-3762-ED9C-66A6-2D7B3F77F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938536" cy="525779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unpack core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Moves data from L1 SRAM into registers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math core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instructions to the SFPU and FPU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pack core 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Writes data back to L1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SrcB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the source data for the matrix engine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Dst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the result for matrix and vector engine operations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input for the vector engine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LReg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the internal state of the vector engine</a:t>
            </a:r>
          </a:p>
        </p:txBody>
      </p:sp>
    </p:spTree>
    <p:extLst>
      <p:ext uri="{BB962C8B-B14F-4D97-AF65-F5344CB8AC3E}">
        <p14:creationId xmlns:p14="http://schemas.microsoft.com/office/powerpoint/2010/main" val="1727568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4ECF7-9473-54FA-DFA2-AA62974A6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C9F757-7162-A536-961A-ACB79C2A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FPU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6CE3734-5ADE-D306-9E48-7C2EEC014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5899484" cy="525779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directly on circular buffers and handle register management automatically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6CC9D6-CF03-DA43-0194-C6EFFF695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4959475" cy="12267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77E82E5-51E8-A17A-9FCF-0BDCD373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827" y="2218064"/>
            <a:ext cx="4102636" cy="303973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6A44DED6-5004-B086-C5DD-28E5BFB66317}"/>
              </a:ext>
            </a:extLst>
          </p:cNvPr>
          <p:cNvSpPr txBox="1"/>
          <p:nvPr/>
        </p:nvSpPr>
        <p:spPr>
          <a:xfrm>
            <a:off x="1982431" y="4655725"/>
            <a:ext cx="267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two files together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866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67E75-EC7B-5962-2874-BEA0C5E2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99A7DCF0-70A1-63C0-4673-38216230F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827" y="2218064"/>
            <a:ext cx="4102636" cy="303973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C384CC22-969C-E98E-5C7C-93ECA3A52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SFPU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14AEDA7-FBDD-2438-7BD9-16C7AD70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7499684" cy="5257799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explicit move data between buffers and registers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need to be moved into the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Dst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register before invoking the SFPU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C9E3E59-31C6-4838-5316-7ECD3CFE1CE8}"/>
              </a:ext>
            </a:extLst>
          </p:cNvPr>
          <p:cNvSpPr txBox="1"/>
          <p:nvPr/>
        </p:nvSpPr>
        <p:spPr>
          <a:xfrm>
            <a:off x="2465380" y="5105764"/>
            <a:ext cx="267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the value of sine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45647C-6058-9051-EC8A-E11375AA49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8" y="3352919"/>
            <a:ext cx="5925377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431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795F-9DFE-1FC9-FCA4-8A1EC02EA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9D9E49-F107-DA22-4285-8748829CE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EF1CB3-AB94-550C-83A0-37F093A30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code on device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control and Data Flow within the Compute Kernels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APIs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dispatch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SPMD in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127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526EE-4887-0791-AF18-E18E1CD62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20FB02-04D6-DD07-F8AA-0854DC7E9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Why is another abstract layer needed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266251-C218-5214-7228-ECB6AD6ABD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8536" cy="5032375"/>
          </a:xfrm>
        </p:spPr>
        <p:txBody>
          <a:bodyPr>
            <a:normAutofit lnSpcReduction="10000"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kernel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compatibility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 different hardware generations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an abstraction like compute API, developers would need to write kernels directly for specific hardware, and this may create several problems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Brittleness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Kernels written for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Grayskull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won’t work on Wormhole or Blackhole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Overhead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new hardware generation requires rewriting and re-validating kernels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custom vectorized computation implementations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developers should note that vector width and hardware-specific details vary between processor generations</a:t>
            </a:r>
          </a:p>
        </p:txBody>
      </p:sp>
    </p:spTree>
    <p:extLst>
      <p:ext uri="{BB962C8B-B14F-4D97-AF65-F5344CB8AC3E}">
        <p14:creationId xmlns:p14="http://schemas.microsoft.com/office/powerpoint/2010/main" val="1749273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74E5-A37E-C6CE-8CCC-9D18346F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14D1F-05B1-8F05-34D7-EA7A963F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Example – </a:t>
            </a:r>
            <a:r>
              <a:rPr lang="en-US" altLang="zh-TW" dirty="0" err="1"/>
              <a:t>sine_tile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B581F02-721E-913D-1856-5FB8D3F90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1341" y="1835325"/>
            <a:ext cx="5227544" cy="31873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B147DE4-E023-BF4B-E66D-295275762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117" y="2118422"/>
            <a:ext cx="5227544" cy="262115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155EDE6-C955-2FF6-4643-EB513E85642A}"/>
              </a:ext>
            </a:extLst>
          </p:cNvPr>
          <p:cNvSpPr txBox="1"/>
          <p:nvPr/>
        </p:nvSpPr>
        <p:spPr>
          <a:xfrm>
            <a:off x="1749607" y="5022675"/>
            <a:ext cx="2671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Grayskull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processors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334D7FE-5767-F12A-C997-D3F7A021221C}"/>
              </a:ext>
            </a:extLst>
          </p:cNvPr>
          <p:cNvSpPr txBox="1"/>
          <p:nvPr/>
        </p:nvSpPr>
        <p:spPr>
          <a:xfrm>
            <a:off x="7482118" y="5022675"/>
            <a:ext cx="3249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Blackhole/Wormhole processors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192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C3AFA-32F5-A849-8310-756C745B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705B3C-5B39-D3DB-247D-6C248AADF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E8B316-D42B-7E93-1804-8023C472E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code on device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control and Data Flow within the Compute Kernels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APIs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dispatch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SPMD in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693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F10C6-263A-A401-87FE-B480CBD4E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723508-4A69-6FE0-99B1-11EA7D0B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What is dispatch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20AEFC-D3D7-30CF-7839-26C1928B5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99173"/>
            <a:ext cx="4888832" cy="78522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of sending tasks from Host CPU to device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4C5E0E-D9DD-24A2-E596-D4DC05BF0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142" y="1690688"/>
            <a:ext cx="6104942" cy="420219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BC429AF-72B6-F7CA-12A7-7C0C4D06BEB8}"/>
              </a:ext>
            </a:extLst>
          </p:cNvPr>
          <p:cNvSpPr/>
          <p:nvPr/>
        </p:nvSpPr>
        <p:spPr>
          <a:xfrm>
            <a:off x="5889625" y="5522495"/>
            <a:ext cx="3629025" cy="408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6743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2F62-740D-3D3C-6A10-5DD37733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F9F94-37AC-6910-4009-CD3AB188D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Fast Dispatch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7DDE65-8922-2226-6725-CC02029F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938536" cy="50323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command queuing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dedicating one RISC-V core per queue on the device to process queued operations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runtime,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Tenstorrent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assigns one RISC-V core per command queue for processing, and this core is typically placed on an unused Ethernet tile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impact on computational performance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core to access any other core</a:t>
            </a:r>
          </a:p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Tenstorrent’s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 queue architecture enforces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 in-order execution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performance characteristics of the Baby RISC-V cores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overlapping computation and data transfer operations, each device provides two dedicated command queues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0 handles computational workloads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1 manages data transfer operations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between queues is achieved through an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event-based mechanism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BC9B7886-B72D-DAB6-3D34-720F8A618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717" y="5080181"/>
            <a:ext cx="5754283" cy="87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0AB6D-69F6-C52E-FCA9-954BD159F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81DDE0-EE3E-E512-1B5B-BB6111D8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Fast Dispatch vs. Slow Dispatch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D1FE0459-D042-63EF-9B62-7111ED3B0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8536" cy="50323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Dispatch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command sequences in host memory and allows the device to fetch and execute them independently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recommended to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for production workloads</a:t>
            </a:r>
          </a:p>
          <a:p>
            <a:pPr lvl="1"/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Dispatch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Forces the host CPU to actively manage all operations, including data transfers to and from the device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</a:t>
            </a:r>
            <a:r>
              <a:rPr lang="en-US" altLang="zh-TW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only for debugging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suspecting the dispatch mechanism itself is malfunctioning</a:t>
            </a: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B685E20-51A3-C6C2-718F-18ED7521C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731" y="5340683"/>
            <a:ext cx="6018538" cy="130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37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C8307-2F86-1AB0-8A4B-33B322991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C4082E-27FB-FA84-6072-768BA7229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A2BD8E-DE7D-E05E-CCA7-8D92F997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code on device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control and Data Flow within the Compute Kernels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APIs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dispatch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SPMD in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15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4D584-A0EE-0891-DE33-CAAAE85C5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93C182-F88D-79C8-2D81-D73EFBF0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What is SPMD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811FBB5-A750-240D-AF38-55D844D5A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8536" cy="50323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Program, Multiple Data (SPMD) is a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parallel computing model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framework like OpenMP, CUDA and OpenCL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processing units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 the same program but operate on different portions of data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supports SPMD, developers can choose alternative approaches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beneficial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complex operations requiring specialized behavior,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supports Multiple Program, Multiple Data (MPMD) execution, where different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cores run entirely different programs</a:t>
            </a:r>
          </a:p>
        </p:txBody>
      </p:sp>
    </p:spTree>
    <p:extLst>
      <p:ext uri="{BB962C8B-B14F-4D97-AF65-F5344CB8AC3E}">
        <p14:creationId xmlns:p14="http://schemas.microsoft.com/office/powerpoint/2010/main" val="4277006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D116E-E4B6-549F-AA60-7B6C2ECC0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920C0-753E-A86F-E5E8-0FDAA3911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Properties of </a:t>
            </a:r>
            <a:r>
              <a:rPr lang="en-US" altLang="zh-TW" dirty="0" err="1"/>
              <a:t>Metalium’s</a:t>
            </a:r>
            <a:r>
              <a:rPr lang="en-US" altLang="zh-TW" dirty="0"/>
              <a:t> SPMD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1D166A0F-4090-85F0-D570-9D8B13C97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8536" cy="5032375"/>
          </a:xfrm>
        </p:spPr>
        <p:txBody>
          <a:bodyPr>
            <a:norm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provide built-in thread and global work size identification mechanisms. Instead,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 explicitly specify the data range each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Tensix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by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passing different runtime arguments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each core before kernel execution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9C4872-F772-400A-8CBA-1FFAE67AB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6491" y="3223316"/>
            <a:ext cx="5099018" cy="326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11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D0016-28A6-5BE2-200D-67324F62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021087-4090-B5C4-5B28-9D30A548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Properties of </a:t>
            </a:r>
            <a:r>
              <a:rPr lang="en-US" altLang="zh-TW" dirty="0" err="1"/>
              <a:t>Metalium’s</a:t>
            </a:r>
            <a:r>
              <a:rPr lang="en-US" altLang="zh-TW" dirty="0"/>
              <a:t> SPMD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315FE02E-2EF6-DAF6-82A7-64B2D86DC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38536" cy="5032375"/>
          </a:xfrm>
        </p:spPr>
        <p:txBody>
          <a:bodyPr>
            <a:normAutofit/>
          </a:bodyPr>
          <a:lstStyle/>
          <a:p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Metalium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the </a:t>
            </a:r>
            <a:r>
              <a:rPr lang="en-US" altLang="zh-TW" sz="2400" dirty="0" err="1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lang="en-US" altLang="zh-TW" sz="2400" dirty="0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TW" sz="2400" dirty="0" err="1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tt_metal</a:t>
            </a:r>
            <a:r>
              <a:rPr lang="en-US" altLang="zh-TW" sz="2400" dirty="0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altLang="zh-TW" sz="2400" dirty="0" err="1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split_work_to_cores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utility function to distribute work across available cores for SPMD execution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takes the total number of tiles and available cores, then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 how to divide the work when it cannot be evenly distributed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returns two groups of cores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primary group that handles more tiles per core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secondary group that handles fewer, along with the tile count for each group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D25DC4A-5EB7-6F88-C927-EC1C8B998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9784" y="4759083"/>
            <a:ext cx="7392432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0416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AD51-8591-811E-5363-0D4A1B004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BCCB20-6D25-BA1B-65F9-FBF6F85A2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/>
              <a:t>Warning of </a:t>
            </a:r>
            <a:r>
              <a:rPr lang="en-US" altLang="zh-TW" dirty="0" err="1"/>
              <a:t>Metalium’s</a:t>
            </a:r>
            <a:r>
              <a:rPr lang="en-US" altLang="zh-TW" dirty="0"/>
              <a:t> SPMD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EA139AC2-E25E-3142-6CEF-2BAB1A345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938536" cy="50323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create kernels on cores that have been assigned work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cause undefined behavior or crashes if kernels are created but runtime arguments are not set on the core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should iterate over all cores and set the runtime arguments for each kernel according to the assigned core group and tile count.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sum of tiles processed by all cores must match the original workload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core is not part of either group (can happen due to not enough work or other reasons), its runtime arguments MUST be set such the kernel does nothing (a no-op). Leaving runtime arguments uninitialized will lead to undefined behavior and issues during execution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48585DA-C73F-4E2A-0E57-9064A8F46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153" y="4728639"/>
            <a:ext cx="5460084" cy="212936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37F65AF-40E4-3631-79CF-605F395ED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039809"/>
            <a:ext cx="4959649" cy="181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195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6328</TotalTime>
  <Words>1074</Words>
  <Application>Microsoft Office PowerPoint</Application>
  <PresentationFormat>寬螢幕</PresentationFormat>
  <Paragraphs>148</Paragraphs>
  <Slides>23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Times New Roman</vt:lpstr>
      <vt:lpstr>Office 佈景主題</vt:lpstr>
      <vt:lpstr>Tenstorrent Progress Report 7/7 林家逸</vt:lpstr>
      <vt:lpstr>Outline</vt:lpstr>
      <vt:lpstr>Introduction of TT-Metalium</vt:lpstr>
      <vt:lpstr>Process of Executing Code</vt:lpstr>
      <vt:lpstr>Initialize and Allocate the Necessary Buffers</vt:lpstr>
      <vt:lpstr>Allocate the Circular Buffers</vt:lpstr>
      <vt:lpstr>Compile the Kernels of  Data Movement &amp; Computation</vt:lpstr>
      <vt:lpstr>Outline</vt:lpstr>
      <vt:lpstr>Layout &amp; Data Flow of Tensix Tile</vt:lpstr>
      <vt:lpstr>FPU</vt:lpstr>
      <vt:lpstr>SFPU</vt:lpstr>
      <vt:lpstr>Outline</vt:lpstr>
      <vt:lpstr>Why is another abstract layer needed</vt:lpstr>
      <vt:lpstr>Example – sine_tile</vt:lpstr>
      <vt:lpstr>Outline</vt:lpstr>
      <vt:lpstr>What is dispatch</vt:lpstr>
      <vt:lpstr>Fast Dispatch</vt:lpstr>
      <vt:lpstr>Fast Dispatch vs. Slow Dispatch</vt:lpstr>
      <vt:lpstr>Outline</vt:lpstr>
      <vt:lpstr>What is SPMD</vt:lpstr>
      <vt:lpstr>Properties of Metalium’s SPMD</vt:lpstr>
      <vt:lpstr>Properties of Metalium’s SPMD</vt:lpstr>
      <vt:lpstr>Warning of Metalium’s SPMD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157</cp:revision>
  <dcterms:created xsi:type="dcterms:W3CDTF">2025-09-01T15:41:03Z</dcterms:created>
  <dcterms:modified xsi:type="dcterms:W3CDTF">2026-07-12T15:39:05Z</dcterms:modified>
</cp:coreProperties>
</file>