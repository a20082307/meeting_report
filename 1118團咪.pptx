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9" r:id="rId3"/>
    <p:sldId id="291" r:id="rId4"/>
    <p:sldId id="284" r:id="rId5"/>
    <p:sldId id="296" r:id="rId6"/>
    <p:sldId id="295" r:id="rId7"/>
    <p:sldId id="293" r:id="rId8"/>
    <p:sldId id="294" r:id="rId9"/>
    <p:sldId id="28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0AC9-CEA8-4436-37B7-FACC2FBE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C06EA3-9603-AF2F-F084-95F0E99AD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3EE5814-666E-E46E-EBE0-143866303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AE6037-EBE5-025E-3B2C-9B83851C4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582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9613-3BA0-78D4-5B83-B78759AC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A7F7CC-5407-6C51-6F80-281BCDB02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E3C8B6-1D57-5C1E-E2FC-3F036BBB1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F33AC6-023A-65F6-EC8B-67F057CE6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07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B16B-B814-D3EA-08B0-4484D0AD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E244C6-0529-1C0E-91F9-CCF4827EC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053834-F04F-68CA-D108-977AACEE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AEC3F-258B-831E-3C80-01FF1BB5E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133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E4AC-7F72-1602-DF48-8DE10F75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5C2258-9348-2D32-4C7F-A86199FB3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41FE81-9F53-FE0A-141C-8669FF673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61235E-1AF5-71FE-29CF-37E086CCE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93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11/18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團體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AFL-KD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進度報告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57589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60975DA-2540-ABBE-A375-614D61299B19}"/>
              </a:ext>
            </a:extLst>
          </p:cNvPr>
          <p:cNvGrpSpPr/>
          <p:nvPr/>
        </p:nvGrpSpPr>
        <p:grpSpPr>
          <a:xfrm>
            <a:off x="3540728" y="365125"/>
            <a:ext cx="5110543" cy="6125402"/>
            <a:chOff x="3540728" y="365125"/>
            <a:chExt cx="5110543" cy="612540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5116446-8AE7-F2BA-0735-2F507E6A2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0728" y="365125"/>
              <a:ext cx="5110543" cy="612540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4A54AF9-20D1-F14A-BC7E-47D504A4716E}"/>
                </a:ext>
              </a:extLst>
            </p:cNvPr>
            <p:cNvSpPr/>
            <p:nvPr/>
          </p:nvSpPr>
          <p:spPr>
            <a:xfrm>
              <a:off x="4099456" y="2503861"/>
              <a:ext cx="1644694" cy="282298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D684923-69A0-564A-2945-70E716137304}"/>
                </a:ext>
              </a:extLst>
            </p:cNvPr>
            <p:cNvSpPr/>
            <p:nvPr/>
          </p:nvSpPr>
          <p:spPr>
            <a:xfrm>
              <a:off x="4099458" y="2786158"/>
              <a:ext cx="1996542" cy="57073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D5B2ACE-3057-D882-AD6D-8BF015C4D9A5}"/>
                </a:ext>
              </a:extLst>
            </p:cNvPr>
            <p:cNvSpPr/>
            <p:nvPr/>
          </p:nvSpPr>
          <p:spPr>
            <a:xfrm>
              <a:off x="4099456" y="3356891"/>
              <a:ext cx="2595915" cy="8775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90C8E7A-3300-E18D-5F37-1760F580475D}"/>
                </a:ext>
              </a:extLst>
            </p:cNvPr>
            <p:cNvSpPr/>
            <p:nvPr/>
          </p:nvSpPr>
          <p:spPr>
            <a:xfrm>
              <a:off x="4099456" y="4234470"/>
              <a:ext cx="2055867" cy="146058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Layers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728D-2ADE-5CE2-8C89-61F4641A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1604F099-F8A1-CEE4-3EBE-4933700C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8800"/>
            <a:ext cx="6096000" cy="4572000"/>
          </a:xfrm>
          <a:prstGeom prst="rect">
            <a:avLst/>
          </a:prstGeom>
        </p:spPr>
      </p:pic>
      <p:pic>
        <p:nvPicPr>
          <p:cNvPr id="3" name="圖片 2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CABF2143-C060-6448-2DD8-BA9E3B377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00F6693-B9AB-6AC5-24B6-53660B91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 Adaptive Factors)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737B99-4F83-33B6-C972-4C16FE277DF1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291A63-19B3-3202-D18D-2257185E3829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539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E657-3F80-93B7-6150-885E5E1C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56D1F8D-2FFC-2C0F-D898-4B3530F1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D82B651-608E-9FC4-A571-ADA00E951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D614422-1A58-D26B-C2C4-70907FE2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(w/o Adaptive Factors)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1809DA-130D-9239-5A08-44C1CB0438C4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9ED1BF-CE9E-350D-99F5-A7B4DDE4983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945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884997A-E42A-B2E6-7C02-B2C5E15D9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44CEA90-3C2E-8536-D5A8-F3CA0535C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(w/o Adaptive Factors, 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AC93-9B75-A7DD-082D-806FF072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A99434E-E0EE-86BD-5986-3DA7D7EBF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63299C9-DD4A-DBB2-96B1-10D93BCA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00228B4-C8F0-5D8B-C3F1-4C4B2EAF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(w/o Adaptive Factors, feature)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FB1642-207B-3A12-8C67-117C6AB12F5D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7C7F5-81D5-694B-682F-79932008A4A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787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2C-1FD1-DAB6-50A9-800745C0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DA141-294D-BB36-119F-8452E53F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F40B8E5-E7AB-F7E0-2E2B-7E2265D29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682297"/>
              </p:ext>
            </p:extLst>
          </p:nvPr>
        </p:nvGraphicFramePr>
        <p:xfrm>
          <a:off x="1119390" y="2123683"/>
          <a:ext cx="9953220" cy="3585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02935">
                  <a:extLst>
                    <a:ext uri="{9D8B030D-6E8A-4147-A177-3AD203B41FA5}">
                      <a16:colId xmlns:a16="http://schemas.microsoft.com/office/drawing/2014/main" val="151115846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3023871643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058900106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57128015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3359178379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492090101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1069113021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543955845"/>
                    </a:ext>
                  </a:extLst>
                </a:gridCol>
              </a:tblGrid>
              <a:tr h="57645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509432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239543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78.28%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632760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KD w/ Adaptive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317667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KD w/ Adaptive,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(logit)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641103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KD w/ Adaptive,</a:t>
                      </a:r>
                      <a:endParaRPr lang="zh-TW" altLang="en-US" dirty="0"/>
                    </a:p>
                    <a:p>
                      <a:pPr algn="ctr"/>
                      <a:r>
                        <a:rPr lang="en-US" altLang="zh-TW" dirty="0"/>
                        <a:t>feature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243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26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224</Words>
  <Application>Microsoft Office PowerPoint</Application>
  <PresentationFormat>寬螢幕</PresentationFormat>
  <Paragraphs>82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Times New Roman</vt:lpstr>
      <vt:lpstr>Office 佈景主題</vt:lpstr>
      <vt:lpstr>11/18 團體咪挺 AFL-KD 進度報告</vt:lpstr>
      <vt:lpstr>Pseudo Algoithm</vt:lpstr>
      <vt:lpstr>Selected Layers</vt:lpstr>
      <vt:lpstr>Train Setting</vt:lpstr>
      <vt:lpstr>Loss Curve (w/ Adaptive Factors)</vt:lpstr>
      <vt:lpstr>Loss Curve (w/o Adaptive Factors)</vt:lpstr>
      <vt:lpstr>Loss Curve (w/o Adaptive Factors, logit)</vt:lpstr>
      <vt:lpstr>Loss Curve (w/o Adaptive Factors, feature)</vt:lpstr>
      <vt:lpstr>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52</cp:revision>
  <dcterms:created xsi:type="dcterms:W3CDTF">2025-09-01T15:41:03Z</dcterms:created>
  <dcterms:modified xsi:type="dcterms:W3CDTF">2025-11-20T06:53:00Z</dcterms:modified>
</cp:coreProperties>
</file>