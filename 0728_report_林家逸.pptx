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37" r:id="rId3"/>
    <p:sldId id="356" r:id="rId4"/>
    <p:sldId id="35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094E-AB3D-0363-7CC7-A68E7BC6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30CA07-2173-C7C9-98E1-106F9D1B1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BFA097-2325-2E87-CAD0-72B41ECF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02A882-8AEC-E65F-9910-78761990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532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BCE36-1544-0453-C629-D4A0E79C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93D2364-7080-56EF-B9D5-CD4AEE603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8F2411-2E1C-3A68-1A69-43D6DC3BA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5793F2-B196-0794-0925-1606C7A7D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17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7/28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run the example code with profiler in server</a:t>
            </a: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F42-5640-7073-38B3-73C3202D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2463C-C226-453E-A06A-3A85037B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Command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EAA2EE3-06D2-CB1D-23E0-12D0F4DA8C6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TT_METAL_DEVICE_PROFILER=1 python3 -m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--web-app-port=9080 ./build/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programming_examples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metal_example_vecadd_multi_core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C245AB8-10E9-549B-0C8C-EFD9F933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17" y="2765878"/>
            <a:ext cx="7813964" cy="39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2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9704-9F0C-9B87-3FF8-256AAFA9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49650-B33C-2725-7888-A04175B8B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E179E9B0-771D-D695-52A9-348AF2A3A3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𝑑𝑢𝑟𝑎𝑡𝑖𝑜𝑛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𝑍𝑂𝑁𝐸</m:t>
                    </m:r>
                    <m:r>
                      <m:rPr>
                        <m:lit/>
                      </m:rP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𝐸𝑁𝐷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𝑡𝑖𝑚𝑒𝑠𝑡𝑎𝑚𝑝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𝑍𝑂𝑁𝐸</m:t>
                    </m:r>
                    <m:r>
                      <m:rPr>
                        <m:lit/>
                      </m:rP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𝑆𝑇𝐴𝑅𝑇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𝑡𝑖𝑚𝑒𝑠𝑡𝑎𝑚𝑝</m:t>
                    </m:r>
                  </m:oMath>
                </a14:m>
                <a:endParaRPr lang="en-US" altLang="zh-TW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result, we can find that this two chip are balanced in this example (</a:t>
                </a:r>
                <a:r>
                  <a:rPr lang="en-US" altLang="zh-TW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distributed_eltwise_add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E179E9B0-771D-D695-52A9-348AF2A3A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938536" cy="4351338"/>
              </a:xfrm>
              <a:prstGeom prst="rect">
                <a:avLst/>
              </a:prstGeom>
              <a:blipFill>
                <a:blip r:embed="rId3"/>
                <a:stretch>
                  <a:fillRect l="-502" t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A6DD703B-F375-E75B-B185-5FC18C51D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017" y="2765878"/>
            <a:ext cx="7813964" cy="39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07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7792</TotalTime>
  <Words>92</Words>
  <Application>Microsoft Office PowerPoint</Application>
  <PresentationFormat>寬螢幕</PresentationFormat>
  <Paragraphs>11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佈景主題</vt:lpstr>
      <vt:lpstr>Tenstorrent Progress Report 7/28 林家逸</vt:lpstr>
      <vt:lpstr>Outline</vt:lpstr>
      <vt:lpstr>Executed Command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168</cp:revision>
  <dcterms:created xsi:type="dcterms:W3CDTF">2025-09-01T15:41:03Z</dcterms:created>
  <dcterms:modified xsi:type="dcterms:W3CDTF">2026-08-02T13:39:04Z</dcterms:modified>
</cp:coreProperties>
</file>