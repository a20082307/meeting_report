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37" r:id="rId3"/>
    <p:sldId id="356" r:id="rId4"/>
    <p:sldId id="365" r:id="rId5"/>
    <p:sldId id="35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90" d="100"/>
          <a:sy n="90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094E-AB3D-0363-7CC7-A68E7BC6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30CA07-2173-C7C9-98E1-106F9D1B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BFA097-2325-2E87-CAD0-72B41ECF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2A882-8AEC-E65F-9910-78761990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2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FFFC-CD57-7A67-A58A-510C637A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22FBB0-3195-A975-5E5C-8B77A73C3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7B5CC9-6E77-5232-FB3A-26C7D65E1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5E1E0A-F91C-F0AA-59B5-814C378AD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911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13BA-14E3-8D2D-7FF1-D13147CF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811109-3C7E-F2E9-ACAC-435E9D93C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BF0911-EFD8-F883-8A22-073A4070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EADEDF-8C20-C466-B361-FA68276D5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86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8/4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simplest self-attention by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-Metal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by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tracy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F42-5640-7073-38B3-73C3202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EAA2EE3-06D2-CB1D-23E0-12D0F4DA8C6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attention/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kernels/</a:t>
            </a:r>
          </a:p>
          <a:p>
            <a:pPr lvl="2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compute/</a:t>
            </a:r>
          </a:p>
          <a:p>
            <a:pPr lvl="3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self_attention.cpp</a:t>
            </a:r>
          </a:p>
          <a:p>
            <a:pPr lvl="2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dataflow/</a:t>
            </a:r>
          </a:p>
          <a:p>
            <a:pPr lvl="3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reader.cpp</a:t>
            </a:r>
          </a:p>
          <a:p>
            <a:pPr lvl="3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writer.cpp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CMakeLists.txt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self-attention.cpp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0836DB1-25A0-A458-1DEA-E035D785331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2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C969-75F4-33BC-E57D-3EE3C3AD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1F16B15A-6E19-E9EE-DBE5-448EC4E95D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MeshDevice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shape (2, 1) and related buffers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 a (64, 32) bf16 input and turn into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tenstorrent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tile layout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input X as Q, K, V by setting the corresponding buffers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computation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=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lit/>
                      </m:rP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√32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probabilities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𝑠𝑡𝑎𝑏𝑙𝑒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𝑠𝑜𝑓𝑡𝑚𝑎𝑥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𝑠𝑐𝑜𝑟𝑒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=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𝑝𝑟𝑜𝑏𝑎𝑏𝑖𝑙𝑖𝑡𝑖𝑒𝑠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Read the output and validate if correct</a:t>
                </a: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1F16B15A-6E19-E9EE-DBE5-448EC4E95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67F3B509-80D9-FC42-AF7F-93EB7BD160E6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802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F174-04E3-74BB-9DDE-089D55B2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3DB1564-506E-817E-1CDF-E4E43F23DC8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27B9D76-90AF-9FE5-9135-3AF75D0D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265" y="1843088"/>
            <a:ext cx="5820735" cy="402973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3398E88-7576-9B58-8B79-A00909DB4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14" y="1859037"/>
            <a:ext cx="4973722" cy="47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3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7890</TotalTime>
  <Words>118</Words>
  <Application>Microsoft Office PowerPoint</Application>
  <PresentationFormat>寬螢幕</PresentationFormat>
  <Paragraphs>28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 佈景主題</vt:lpstr>
      <vt:lpstr>Tenstorrent Progress Report 8/4 林家逸</vt:lpstr>
      <vt:lpstr>Outline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175</cp:revision>
  <dcterms:created xsi:type="dcterms:W3CDTF">2025-09-01T15:41:03Z</dcterms:created>
  <dcterms:modified xsi:type="dcterms:W3CDTF">2026-08-17T23:06:38Z</dcterms:modified>
</cp:coreProperties>
</file>