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31" r:id="rId3"/>
    <p:sldId id="340" r:id="rId4"/>
    <p:sldId id="349" r:id="rId5"/>
    <p:sldId id="320" r:id="rId6"/>
    <p:sldId id="350" r:id="rId7"/>
    <p:sldId id="351" r:id="rId8"/>
    <p:sldId id="352" r:id="rId9"/>
    <p:sldId id="353" r:id="rId10"/>
    <p:sldId id="354" r:id="rId11"/>
    <p:sldId id="355" r:id="rId12"/>
    <p:sldId id="358" r:id="rId13"/>
    <p:sldId id="357" r:id="rId14"/>
    <p:sldId id="348" r:id="rId15"/>
    <p:sldId id="347" r:id="rId16"/>
    <p:sldId id="359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6E8"/>
    <a:srgbClr val="FBABB3"/>
    <a:srgbClr val="9FC5E8"/>
    <a:srgbClr val="EFF98F"/>
    <a:srgbClr val="E6ECE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4B4C-0D89-C7F5-C9A7-CD43D16E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B4BAA4-EB62-2A04-1C9E-1C0874C93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2E1049-927E-3BC6-DEBC-54BC026BF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2CB070-4B33-E6CD-C60B-7F4F028EA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00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1FE2-A33A-74C7-F05E-687AA4B4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48B3D7-19EA-7BF5-763D-2A46AD1D3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D86BCE-9A0F-4FE9-4456-B3EADAF7E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83FD91-1FA7-ECBE-6C0B-CA6548A9B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43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85FD-ACA2-BAB1-29E2-E76EA44D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1FF30B-B1CE-DCA4-40E8-0BEA897D8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E283C1-0E70-4DC9-599F-D34B51C75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622EEE-E414-4C4F-69BC-73C4DB475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87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CB9A-5AA4-E6F0-8CDF-00AE7387B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91AC0D7-BA7D-080B-00A2-A2BA1105D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00A80EE-3E2D-9C3E-64FD-506560D24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E8B5A2-70FA-797C-1C68-737371244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4718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9D1F-280B-314F-3031-C754B974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1B5DEC-D5FC-7A44-8340-81DCA4625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E92E522-C127-C8C7-9EF2-978C08536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F644B1-EBFB-247F-9391-11056CB8A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4955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2533-DEE2-F8C8-90DD-35A0776B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6441B5C-81B1-0915-BD21-A9039071C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CB68F2A-788F-F99A-AA02-7A084562B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DB89BC-AFDD-FD2D-A6CF-554A9BD3F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5521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1527-3657-AEBF-1D3D-74F6D343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07D7ED4-80A7-DD64-5383-6133B03E8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9B6A30E-260B-DBAB-21A3-D024A2500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723A94-9E3C-40F5-AAB1-5442F8CC5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111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00D27-804E-D892-687E-2CEB499D3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C60289A-6E25-3F0C-C3A5-433C79B5D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A7D6103-7F1E-F114-0550-96064072B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14F742-F46E-10DF-6C89-1F747C0AB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363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8E714-8BDF-D5C7-27EF-2542E555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6616A4-32D0-A556-EA8E-D6B5498D9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6E018B4-BDDF-6475-5A3B-D3F9B471E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4E64C7-F07B-1B90-4739-2A96CBC19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6997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55D5-2AE7-3505-83CE-27A65EAC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A080F61-9838-159C-B319-99A26D446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76C2FDA-B71C-1DAA-D98D-F4ACA7F7F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4627EF-9B86-10D7-4298-AD17CA97E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352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9A2C-46F1-5B96-2DCF-2E64F76A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1E7264-8AEF-E9E5-F552-D4C3028C2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AFFF96-F026-A9DB-B3CE-CAE0B57D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FDF299-338A-E4AE-7B69-48D4F506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11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606B-5A02-B7DD-1260-79110D15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BE7F118-CD4F-D666-6E95-832BCE356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4E1D07-7C0B-2F4C-C3DA-0422288FC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B049CA-0312-1A87-1F49-44B747EAB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05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5/27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KD results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031210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  <a:br>
              <a:rPr lang="en-US" altLang="zh-TW" sz="1200" dirty="0"/>
            </a:br>
            <a:r>
              <a:rPr lang="en-US" altLang="zh-TW" sz="1200" dirty="0">
                <a:solidFill>
                  <a:srgbClr val="FF0000"/>
                </a:solidFill>
              </a:rPr>
              <a:t>Red</a:t>
            </a:r>
            <a:r>
              <a:rPr lang="en-US" altLang="zh-TW" sz="1200" dirty="0"/>
              <a:t>: The layer we modified stride number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9669128-3870-BF7D-A101-5A7E187A2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544" y="1889631"/>
            <a:ext cx="5024603" cy="366802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3477D0B-1BFD-783F-3FF6-7D3FA8FEB257}"/>
              </a:ext>
            </a:extLst>
          </p:cNvPr>
          <p:cNvSpPr/>
          <p:nvPr/>
        </p:nvSpPr>
        <p:spPr>
          <a:xfrm>
            <a:off x="6259159" y="4040934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AD89-5EA1-1FA4-F27E-83B394FFE84D}"/>
              </a:ext>
            </a:extLst>
          </p:cNvPr>
          <p:cNvSpPr/>
          <p:nvPr/>
        </p:nvSpPr>
        <p:spPr>
          <a:xfrm>
            <a:off x="6259159" y="4626158"/>
            <a:ext cx="4794811" cy="17313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7C474-7B9C-9D3C-BE62-F5BB3EE8C1EA}"/>
              </a:ext>
            </a:extLst>
          </p:cNvPr>
          <p:cNvSpPr/>
          <p:nvPr/>
        </p:nvSpPr>
        <p:spPr>
          <a:xfrm>
            <a:off x="1022153" y="1791188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Custom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4" y="2742148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724" y="2742148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336501" y="4272149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445725" y="4252270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906877" y="5877420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232847" y="5877420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B774-2C1A-F198-01B5-B3B149F2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91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Change the ordering of SE layer forward pass</a:t>
            </a:r>
          </a:p>
          <a:p>
            <a:pPr fontAlgn="base"/>
            <a:r>
              <a:rPr lang="en-US" altLang="zh-TW" dirty="0"/>
              <a:t>Add an activation function in the end of projection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C58D-7C7F-0763-E1B0-26909F05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24889-E59C-DE90-411A-80C2AED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Type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DAC2D-B35A-5A70-E382-1EEB3B1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SE forward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projection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both</a:t>
            </a:r>
          </a:p>
        </p:txBody>
      </p:sp>
    </p:spTree>
    <p:extLst>
      <p:ext uri="{BB962C8B-B14F-4D97-AF65-F5344CB8AC3E}">
        <p14:creationId xmlns:p14="http://schemas.microsoft.com/office/powerpoint/2010/main" val="86680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F6C1-95E8-53AE-FE6F-D7B07AB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FBA747-FBB4-CC7E-C5A2-D6930710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9D6608-B0AA-C77B-4D42-5865A5F2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SE layer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MobileNet_V3_Small, change SE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369672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060F-958F-4D85-C0A3-C0DD5300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353D51-7467-C954-6BC7-8DCC95E2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CAB3C29-D9AD-B80A-09ED-86B37B99E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3FD6-ADB8-0CAE-B2D8-AD37034AD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F88B8C-CE1F-ACBE-51A7-422735B8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5622A9-E606-0B87-A6FA-4515332A2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SE layer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MobileNet_V3_Small, 4-stage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175024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18B1B-8DCE-D9D2-08BA-82D21369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06F4C-38B2-B11F-6CC5-FD414B501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5B4526-6EC6-EE1A-1BB1-F894973CB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4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A2D1-7186-45C8-B1B6-324C19277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4CB4DA-4D18-1B6B-278E-C09AA4E4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D11F01-5EB3-4B45-FE37-9726D66B3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both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MobileNet_V3_Small, 4-stage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42165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496F-CBE7-28E0-CFD6-DF7F8D5B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42F73-B3F5-E39B-E377-06446548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5F38CE-A0F0-97EF-11C9-E1799B99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0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8B598-C74A-F254-123C-5991CAD0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A6FA6D-97BE-B02A-309D-ED07FF137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3788DF-EFBF-AD9F-711B-173BD3108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SE layer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MobileNet_V3_Small, 5-stage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bilinear interpolate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align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spacial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 of student and teacher</a:t>
            </a:r>
          </a:p>
        </p:txBody>
      </p:sp>
    </p:spTree>
    <p:extLst>
      <p:ext uri="{BB962C8B-B14F-4D97-AF65-F5344CB8AC3E}">
        <p14:creationId xmlns:p14="http://schemas.microsoft.com/office/powerpoint/2010/main" val="3426782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E3ADB-CB57-AE9F-210A-B2B27D53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308503-8827-C8B3-AE24-4A36CF02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80F297-140B-E5C2-559B-E4D57F61C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73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3E15-D31A-2B4F-4BD6-BC08BF76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DE19DE-73FB-26A8-11F7-0A238D8D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E0186A-0852-2248-803D-D95DB3CBF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</p:txBody>
      </p:sp>
    </p:spTree>
    <p:extLst>
      <p:ext uri="{BB962C8B-B14F-4D97-AF65-F5344CB8AC3E}">
        <p14:creationId xmlns:p14="http://schemas.microsoft.com/office/powerpoint/2010/main" val="122007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AF8A-A869-7FFC-3605-B87987F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E5EC59E-4F59-5FE4-0D44-38D1C522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D3C1A2-E21C-ECD0-06A6-786DFB687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184228"/>
              </p:ext>
            </p:extLst>
          </p:nvPr>
        </p:nvGraphicFramePr>
        <p:xfrm>
          <a:off x="847545" y="2137993"/>
          <a:ext cx="10496910" cy="4648200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</a:t>
                      </a: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85.11%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3.489%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6.033%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0.956%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SE layer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both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85394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change SE layer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87.33%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641779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SE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change SE layer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98.19%</a:t>
                      </a:r>
                      <a:endParaRPr lang="zh-TW" altLang="en-US" sz="1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1.23%</a:t>
                      </a:r>
                      <a:endParaRPr lang="zh-TW" altLang="en-US" sz="1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alt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1.09%</a:t>
                      </a:r>
                      <a:endParaRPr lang="zh-TW" altLang="en-US" sz="1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</a:t>
                      </a:r>
                      <a:endParaRPr lang="zh-TW" alt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16399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SE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99.55%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0.51%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0.45%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FF0101"/>
                          </a:solidFill>
                          <a:effectLst/>
                          <a:latin typeface="Times New Roman" panose="02020603050405020304" pitchFamily="18" charset="0"/>
                        </a:rPr>
                        <a:t>0.57%</a:t>
                      </a:r>
                      <a:endParaRPr lang="zh-TW" alt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174</a:t>
                      </a:r>
                      <a:endParaRPr lang="zh-TW" altLang="en-US" sz="1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47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both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95.02%</a:t>
                      </a:r>
                      <a:endParaRPr lang="zh-TW" altLang="en-US" sz="1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2.42%</a:t>
                      </a:r>
                      <a:endParaRPr lang="zh-TW" altLang="en-US" sz="1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2.26%</a:t>
                      </a:r>
                      <a:endParaRPr lang="zh-TW" altLang="en-US" sz="1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2.57%</a:t>
                      </a:r>
                      <a:endParaRPr lang="zh-TW" alt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132</a:t>
                      </a:r>
                      <a:endParaRPr lang="zh-TW" alt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952014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both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5-stage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52291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E519A22A-EC94-85BF-933C-1DBB55DE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06CA85-6997-F8F2-4655-F08F255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Matrix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54F8E34-1E7A-2002-0BC6-140AB595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009061"/>
              </p:ext>
            </p:extLst>
          </p:nvPr>
        </p:nvGraphicFramePr>
        <p:xfrm>
          <a:off x="4245428" y="478177"/>
          <a:ext cx="7885215" cy="1099458"/>
        </p:xfrm>
        <a:graphic>
          <a:graphicData uri="http://schemas.openxmlformats.org/drawingml/2006/table">
            <a:tbl>
              <a:tblPr/>
              <a:tblGrid>
                <a:gridCol w="983840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80275">
                  <a:extLst>
                    <a:ext uri="{9D8B030D-6E8A-4147-A177-3AD203B41FA5}">
                      <a16:colId xmlns:a16="http://schemas.microsoft.com/office/drawing/2014/main" val="1400992123"/>
                    </a:ext>
                  </a:extLst>
                </a:gridCol>
                <a:gridCol w="1380275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80275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80275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80275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Modified,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5-stage </a:t>
                      </a:r>
                      <a:r>
                        <a:rPr lang="en-US" sz="1000" dirty="0" err="1">
                          <a:effectLst/>
                        </a:rPr>
                        <a:t>downsampling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Modified,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4-stage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downsampling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change SE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change projection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change both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1.52 M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1.52 M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1.52 M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1.52 M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1.52 M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13.76 M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23.59 M</a:t>
                      </a:r>
                      <a:endParaRPr lang="en-US" sz="1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23.6 M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23.63 M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23.63 M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450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21BF-9798-6C2D-BB64-E24183E4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0D17D-403A-F4B9-5CDA-F655571C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68FDD-486F-78CD-AEC0-C0921BD9C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hidden dimension of classifier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057B62C-C612-419C-DB79-EE1F971B1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360" y="5118631"/>
            <a:ext cx="3842059" cy="16018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3205B6-487F-44D6-DD55-524FD5CE2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579" y="2999121"/>
            <a:ext cx="4950940" cy="297812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6B1BF8-9BCD-25D2-4839-A7A8083C3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2186" y="2295208"/>
            <a:ext cx="3828233" cy="279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7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5790</TotalTime>
  <Words>775</Words>
  <Application>Microsoft Office PowerPoint</Application>
  <PresentationFormat>寬螢幕</PresentationFormat>
  <Paragraphs>177</Paragraphs>
  <Slides>16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5/27 個人咪挺 KD results</vt:lpstr>
      <vt:lpstr>Modified MobileNet Model Structure</vt:lpstr>
      <vt:lpstr>Modified vs. Custom Bneck Structure</vt:lpstr>
      <vt:lpstr>Current Model Type</vt:lpstr>
      <vt:lpstr>Recall – MGD Process</vt:lpstr>
      <vt:lpstr>Train Setting</vt:lpstr>
      <vt:lpstr>Metric Curve (TDR@FDR=1%)</vt:lpstr>
      <vt:lpstr>Train Setting</vt:lpstr>
      <vt:lpstr>Metric Curve (TDR@FDR=1%)</vt:lpstr>
      <vt:lpstr>Train Setting</vt:lpstr>
      <vt:lpstr>Metric Curve (TDR@FDR=1%)</vt:lpstr>
      <vt:lpstr>Train Setting</vt:lpstr>
      <vt:lpstr>Metric Curve (TDR@FDR=1%)</vt:lpstr>
      <vt:lpstr>Train Setting</vt:lpstr>
      <vt:lpstr>Result Matrix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132</cp:revision>
  <dcterms:created xsi:type="dcterms:W3CDTF">2025-09-01T15:41:03Z</dcterms:created>
  <dcterms:modified xsi:type="dcterms:W3CDTF">2026-05-27T01:08:10Z</dcterms:modified>
</cp:coreProperties>
</file>