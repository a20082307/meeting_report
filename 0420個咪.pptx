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31" r:id="rId3"/>
    <p:sldId id="314" r:id="rId4"/>
    <p:sldId id="320" r:id="rId5"/>
    <p:sldId id="313" r:id="rId6"/>
    <p:sldId id="333" r:id="rId7"/>
    <p:sldId id="335" r:id="rId8"/>
    <p:sldId id="337" r:id="rId9"/>
    <p:sldId id="332" r:id="rId10"/>
    <p:sldId id="338" r:id="rId11"/>
    <p:sldId id="334" r:id="rId12"/>
    <p:sldId id="339" r:id="rId13"/>
    <p:sldId id="312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EFF98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>
        <p:scale>
          <a:sx n="125" d="100"/>
          <a:sy n="125" d="100"/>
        </p:scale>
        <p:origin x="-786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F47C-490F-90B9-82A0-AC43D6CA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FEE019-2C36-0710-2A70-F03814F00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A7811C-2A84-7188-C080-EF987252A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80C3D2-94C8-9949-39D7-869D0929E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411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F801-3C79-13ED-5674-5A866E8D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BCE0A8B-BBA9-9148-D4FA-EF2DF8871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A68714-CBC3-73E9-253A-9E5BB506C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0AFDB9-5B66-82B1-58FE-C4EE312D2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380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95F97-DB00-9D30-F834-4457D6A53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02D6100-02E9-BB90-D506-E7C45CA57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3C47DB8-5EAF-5987-7A53-33F69D672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7D397F-BB12-50CC-970D-79DF8C669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8624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63A04-4123-FF25-E25D-C4D9652A1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A20DD3A-CA91-D7A6-3AD6-539D0EA92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0A9B0F9-D6C4-0EB6-CB2C-D9D866CFD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AC0A97-63C2-088B-8AAC-9D2C4BE6B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670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75C8-524F-83D6-6C3C-AED0D1A9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963B590-30EF-775C-2FEB-1D99BD097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02EEDD-3BC0-5941-E07F-6FC3CE0AF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B2B9B4-807C-860A-A80B-972F02A88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8140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909FC-3CAE-F8D8-8C4C-7E3EB34C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105B713-C23B-A451-023C-A5756DF26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0E62558-6008-9C4F-EEEE-860F207E9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662823-C358-6069-6EAE-26C16FEC2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653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A3C00-3CE5-D518-FB83-1371496AD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645D83-C30D-867B-09F0-B9E6D62BF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15B220B-41F2-5F13-9810-19FBBCB2B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D3B892-9127-26DF-8CC7-247D62E5B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3633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04306-58F2-75A5-FD77-7C5727FC0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F13249E-D800-E62C-944E-1E1ECE704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7C3746D-A155-3969-691C-7868054B1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5BE4FE-E2E0-D1D5-2DFF-DB5E365B9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159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4/20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MGD with HLCFN3S as teacher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Structure (teacher)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37436FC-8C0D-0E89-BB64-3D6721509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97" y="1690688"/>
            <a:ext cx="10705605" cy="432332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E821354-2716-C940-8F77-5C04F1D5299C}"/>
              </a:ext>
            </a:extLst>
          </p:cNvPr>
          <p:cNvSpPr/>
          <p:nvPr/>
        </p:nvSpPr>
        <p:spPr>
          <a:xfrm>
            <a:off x="4441371" y="2606634"/>
            <a:ext cx="3598224" cy="35032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4494810" y="2763981"/>
            <a:ext cx="3443846" cy="14448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6" y="6014017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</a:p>
          <a:p>
            <a:r>
              <a:rPr lang="en-US" altLang="zh-TW" sz="1200" dirty="0">
                <a:solidFill>
                  <a:srgbClr val="FFC000"/>
                </a:solidFill>
              </a:rPr>
              <a:t>Orange</a:t>
            </a:r>
            <a:r>
              <a:rPr lang="en-US" altLang="zh-TW" sz="1200" dirty="0"/>
              <a:t>: Selected layer to do MGD-2layers</a:t>
            </a:r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5836-8FC3-1E0D-3890-E44FC3D8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圖片 71">
            <a:extLst>
              <a:ext uri="{FF2B5EF4-FFF2-40B4-BE49-F238E27FC236}">
                <a16:creationId xmlns:a16="http://schemas.microsoft.com/office/drawing/2014/main" id="{9CD09A17-9450-B06A-3B9F-60CF37A34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332" y="1690688"/>
            <a:ext cx="5717336" cy="41251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BCA4D3D-EA8B-909B-BA62-2BB3F417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Structure (student)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758B06-49DB-B022-F9ED-08EEFCEE0393}"/>
              </a:ext>
            </a:extLst>
          </p:cNvPr>
          <p:cNvSpPr/>
          <p:nvPr/>
        </p:nvSpPr>
        <p:spPr>
          <a:xfrm>
            <a:off x="3373438" y="3025617"/>
            <a:ext cx="5455863" cy="19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F19511-84D7-1D34-F284-7B2E0223A15C}"/>
              </a:ext>
            </a:extLst>
          </p:cNvPr>
          <p:cNvSpPr/>
          <p:nvPr/>
        </p:nvSpPr>
        <p:spPr>
          <a:xfrm>
            <a:off x="3373438" y="2151671"/>
            <a:ext cx="5455865" cy="19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DFE407-66B1-8479-1E1A-AA91A6B31E0A}"/>
              </a:ext>
            </a:extLst>
          </p:cNvPr>
          <p:cNvSpPr/>
          <p:nvPr/>
        </p:nvSpPr>
        <p:spPr>
          <a:xfrm>
            <a:off x="3373439" y="2371184"/>
            <a:ext cx="5455863" cy="19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D404A9-F997-911E-D705-6EECE098A319}"/>
              </a:ext>
            </a:extLst>
          </p:cNvPr>
          <p:cNvSpPr/>
          <p:nvPr/>
        </p:nvSpPr>
        <p:spPr>
          <a:xfrm>
            <a:off x="3373439" y="2585811"/>
            <a:ext cx="5455863" cy="19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954716-2EAF-3F44-C3CB-3B89C26288EB}"/>
              </a:ext>
            </a:extLst>
          </p:cNvPr>
          <p:cNvSpPr/>
          <p:nvPr/>
        </p:nvSpPr>
        <p:spPr>
          <a:xfrm>
            <a:off x="3373438" y="4110070"/>
            <a:ext cx="5455863" cy="19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內容版面配置區 2">
            <a:extLst>
              <a:ext uri="{FF2B5EF4-FFF2-40B4-BE49-F238E27FC236}">
                <a16:creationId xmlns:a16="http://schemas.microsoft.com/office/drawing/2014/main" id="{1071DFA2-ACFB-135C-CC6C-5C56D0183D18}"/>
              </a:ext>
            </a:extLst>
          </p:cNvPr>
          <p:cNvSpPr txBox="1">
            <a:spLocks/>
          </p:cNvSpPr>
          <p:nvPr/>
        </p:nvSpPr>
        <p:spPr>
          <a:xfrm>
            <a:off x="8878036" y="2115862"/>
            <a:ext cx="819422" cy="26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stride2[0]</a:t>
            </a:r>
          </a:p>
        </p:txBody>
      </p:sp>
      <p:sp>
        <p:nvSpPr>
          <p:cNvPr id="43" name="內容版面配置區 2">
            <a:extLst>
              <a:ext uri="{FF2B5EF4-FFF2-40B4-BE49-F238E27FC236}">
                <a16:creationId xmlns:a16="http://schemas.microsoft.com/office/drawing/2014/main" id="{DE200425-F232-5E90-EF62-F5BE38E8E7A1}"/>
              </a:ext>
            </a:extLst>
          </p:cNvPr>
          <p:cNvSpPr txBox="1">
            <a:spLocks/>
          </p:cNvSpPr>
          <p:nvPr/>
        </p:nvSpPr>
        <p:spPr>
          <a:xfrm>
            <a:off x="8878036" y="2334256"/>
            <a:ext cx="819422" cy="26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stride2[1]</a:t>
            </a:r>
          </a:p>
        </p:txBody>
      </p:sp>
      <p:sp>
        <p:nvSpPr>
          <p:cNvPr id="44" name="內容版面配置區 2">
            <a:extLst>
              <a:ext uri="{FF2B5EF4-FFF2-40B4-BE49-F238E27FC236}">
                <a16:creationId xmlns:a16="http://schemas.microsoft.com/office/drawing/2014/main" id="{ADFDA82C-A764-2212-F079-72F7A73530B9}"/>
              </a:ext>
            </a:extLst>
          </p:cNvPr>
          <p:cNvSpPr txBox="1">
            <a:spLocks/>
          </p:cNvSpPr>
          <p:nvPr/>
        </p:nvSpPr>
        <p:spPr>
          <a:xfrm>
            <a:off x="8878036" y="2552650"/>
            <a:ext cx="819422" cy="26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stride2[2]</a:t>
            </a:r>
          </a:p>
        </p:txBody>
      </p:sp>
      <p:sp>
        <p:nvSpPr>
          <p:cNvPr id="45" name="內容版面配置區 2">
            <a:extLst>
              <a:ext uri="{FF2B5EF4-FFF2-40B4-BE49-F238E27FC236}">
                <a16:creationId xmlns:a16="http://schemas.microsoft.com/office/drawing/2014/main" id="{476F95BB-F04C-9987-45DD-B369375A6DF8}"/>
              </a:ext>
            </a:extLst>
          </p:cNvPr>
          <p:cNvSpPr txBox="1">
            <a:spLocks/>
          </p:cNvSpPr>
          <p:nvPr/>
        </p:nvSpPr>
        <p:spPr>
          <a:xfrm>
            <a:off x="8878036" y="2988689"/>
            <a:ext cx="819422" cy="26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stride2[3]</a:t>
            </a:r>
          </a:p>
        </p:txBody>
      </p:sp>
      <p:sp>
        <p:nvSpPr>
          <p:cNvPr id="46" name="內容版面配置區 2">
            <a:extLst>
              <a:ext uri="{FF2B5EF4-FFF2-40B4-BE49-F238E27FC236}">
                <a16:creationId xmlns:a16="http://schemas.microsoft.com/office/drawing/2014/main" id="{E25A0F5D-A9B4-5D45-8396-D57423BDF661}"/>
              </a:ext>
            </a:extLst>
          </p:cNvPr>
          <p:cNvSpPr txBox="1">
            <a:spLocks/>
          </p:cNvSpPr>
          <p:nvPr/>
        </p:nvSpPr>
        <p:spPr>
          <a:xfrm>
            <a:off x="8878036" y="4073142"/>
            <a:ext cx="819422" cy="26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stride2[4]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0E74CEF-50AF-4792-CA51-461028E1CA1D}"/>
              </a:ext>
            </a:extLst>
          </p:cNvPr>
          <p:cNvSpPr/>
          <p:nvPr/>
        </p:nvSpPr>
        <p:spPr>
          <a:xfrm>
            <a:off x="3373438" y="4768220"/>
            <a:ext cx="5455863" cy="19470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DE46458-BA7D-C782-EC11-692D7544C1E6}"/>
              </a:ext>
            </a:extLst>
          </p:cNvPr>
          <p:cNvSpPr/>
          <p:nvPr/>
        </p:nvSpPr>
        <p:spPr>
          <a:xfrm>
            <a:off x="3307278" y="4545889"/>
            <a:ext cx="5570758" cy="45955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069F56C1-C950-E44E-3953-862857EBD565}"/>
              </a:ext>
            </a:extLst>
          </p:cNvPr>
          <p:cNvSpPr txBox="1"/>
          <p:nvPr/>
        </p:nvSpPr>
        <p:spPr>
          <a:xfrm>
            <a:off x="4569646" y="5924574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</a:p>
          <a:p>
            <a:r>
              <a:rPr lang="en-US" altLang="zh-TW" sz="1200" dirty="0">
                <a:solidFill>
                  <a:srgbClr val="FFC000"/>
                </a:solidFill>
              </a:rPr>
              <a:t>Orange</a:t>
            </a:r>
            <a:r>
              <a:rPr lang="en-US" altLang="zh-TW" sz="1200" dirty="0"/>
              <a:t>: Selected layer to do MGD-2layers</a:t>
            </a:r>
          </a:p>
        </p:txBody>
      </p:sp>
    </p:spTree>
    <p:extLst>
      <p:ext uri="{BB962C8B-B14F-4D97-AF65-F5344CB8AC3E}">
        <p14:creationId xmlns:p14="http://schemas.microsoft.com/office/powerpoint/2010/main" val="2427848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(1 layer)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  <a:b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MobileNet_V3_Large with modified stride2[0] layer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teacher model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with modified stride2[4] layer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student model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BC93-ABD8-5C46-C81C-AE38819A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CDDB6-62EF-81FB-D9C5-6BCDD94FC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compare)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961E4E0-BC52-54AB-97D1-1FA98B9263B0}"/>
              </a:ext>
            </a:extLst>
          </p:cNvPr>
          <p:cNvSpPr txBox="1"/>
          <p:nvPr/>
        </p:nvSpPr>
        <p:spPr>
          <a:xfrm>
            <a:off x="10447071" y="2303893"/>
            <a:ext cx="17449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4 stride2-layers</a:t>
            </a:r>
          </a:p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0.1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DC282F3-85E4-A4C1-260D-C1A014BD7150}"/>
              </a:ext>
            </a:extLst>
          </p:cNvPr>
          <p:cNvSpPr txBox="1"/>
          <p:nvPr/>
        </p:nvSpPr>
        <p:spPr>
          <a:xfrm>
            <a:off x="0" y="5003892"/>
            <a:ext cx="1864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/>
              <a:t>5 stride2-layers</a:t>
            </a:r>
          </a:p>
          <a:p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r>
              <a:rPr lang="en-US" altLang="zh-TW" sz="1400" dirty="0"/>
              <a:t>alpha = 0.1</a:t>
            </a:r>
          </a:p>
          <a:p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FAD5AB9-431D-BD19-E9DE-E25ED70BC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8000"/>
            <a:ext cx="6123429" cy="360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30B2F6D-B3B4-2008-78C6-48CEB7B37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3258000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90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3D236-82BC-DB42-21C6-C42A965E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7F65B9-539A-7844-CC99-5403D4C4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65" y="401700"/>
            <a:ext cx="1116827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4 stride2-layers)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EEDB1C0-F757-9807-01A1-E78557BF697B}"/>
              </a:ext>
            </a:extLst>
          </p:cNvPr>
          <p:cNvSpPr txBox="1"/>
          <p:nvPr/>
        </p:nvSpPr>
        <p:spPr>
          <a:xfrm>
            <a:off x="117028" y="3961241"/>
            <a:ext cx="18641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pPr algn="ctr"/>
            <a:r>
              <a:rPr lang="en-US" altLang="zh-TW" sz="1400" dirty="0"/>
              <a:t>alpha = 0.01</a:t>
            </a:r>
          </a:p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0.15</a:t>
            </a:r>
            <a:endParaRPr lang="zh-TW" altLang="en-US" sz="1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6BCBB50-212D-7B3F-4AFA-E5F3B2930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28" y="1441241"/>
            <a:ext cx="4286400" cy="252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C5C9D98-DAC6-26CF-36B0-A42C8C430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00" y="4338000"/>
            <a:ext cx="4286400" cy="252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35734B9-1F80-A9EF-3200-AA78C1329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8572" y="1536799"/>
            <a:ext cx="4286400" cy="25200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24097F8-8A3D-35BC-B87C-FE5F3B3338F3}"/>
              </a:ext>
            </a:extLst>
          </p:cNvPr>
          <p:cNvSpPr txBox="1"/>
          <p:nvPr/>
        </p:nvSpPr>
        <p:spPr>
          <a:xfrm>
            <a:off x="10210786" y="4056799"/>
            <a:ext cx="18641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lr</a:t>
            </a:r>
            <a:r>
              <a:rPr lang="en-US" altLang="zh-TW" sz="1400" dirty="0"/>
              <a:t> = 0.2</a:t>
            </a:r>
          </a:p>
          <a:p>
            <a:pPr algn="ctr"/>
            <a:r>
              <a:rPr lang="en-US" altLang="zh-TW" sz="1400" dirty="0"/>
              <a:t>alpha = 0.05</a:t>
            </a:r>
          </a:p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F5C76C4-CE1A-F412-5A5E-24C015842A83}"/>
              </a:ext>
            </a:extLst>
          </p:cNvPr>
          <p:cNvSpPr txBox="1"/>
          <p:nvPr/>
        </p:nvSpPr>
        <p:spPr>
          <a:xfrm>
            <a:off x="5163907" y="3599336"/>
            <a:ext cx="18641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lr</a:t>
            </a:r>
            <a:r>
              <a:rPr lang="en-US" altLang="zh-TW" sz="1400" dirty="0"/>
              <a:t> = 0.01</a:t>
            </a:r>
          </a:p>
          <a:p>
            <a:pPr algn="ctr"/>
            <a:r>
              <a:rPr lang="en-US" altLang="zh-TW" sz="1400" dirty="0"/>
              <a:t>alpha = 0.01</a:t>
            </a:r>
          </a:p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0.125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67502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1FA8-4E0A-17A7-D02C-5E4E318D7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210606-0156-F6AE-B443-619181AD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22" y="419683"/>
            <a:ext cx="1108213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5 stride2-layers)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9125C39-EA1D-5A72-02EF-28A5662FF3B7}"/>
              </a:ext>
            </a:extLst>
          </p:cNvPr>
          <p:cNvSpPr txBox="1"/>
          <p:nvPr/>
        </p:nvSpPr>
        <p:spPr>
          <a:xfrm>
            <a:off x="10447071" y="2465228"/>
            <a:ext cx="17449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pPr algn="ctr"/>
            <a:r>
              <a:rPr lang="en-US" altLang="zh-TW" sz="1400" dirty="0"/>
              <a:t>alpha = 0.1</a:t>
            </a:r>
          </a:p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C506C6E-E10C-E868-7999-B5DB85456294}"/>
              </a:ext>
            </a:extLst>
          </p:cNvPr>
          <p:cNvSpPr txBox="1"/>
          <p:nvPr/>
        </p:nvSpPr>
        <p:spPr>
          <a:xfrm>
            <a:off x="0" y="4985210"/>
            <a:ext cx="18641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lr</a:t>
            </a:r>
            <a:r>
              <a:rPr lang="en-US" altLang="zh-TW" sz="1400" dirty="0"/>
              <a:t> = 0.2</a:t>
            </a:r>
          </a:p>
          <a:p>
            <a:pPr algn="ctr"/>
            <a:r>
              <a:rPr lang="en-US" altLang="zh-TW" sz="1400" dirty="0"/>
              <a:t>alpha = 0.01</a:t>
            </a:r>
          </a:p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45ED6EA-6D24-91AB-E76E-E0559DC8C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3892"/>
            <a:ext cx="6111787" cy="360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31082C2-A8BB-0A2E-DA10-F17A487ED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810" y="3258000"/>
            <a:ext cx="610019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80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6A89-7EB9-1DEA-2639-EBA97E62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72210-546D-FACD-DB8E-5C94E2EC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(2 layers)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213CBE3-E580-1934-22EB-AD281F697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MobileNet_V3_Large with modified stride2[0] layer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teacher model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with modified stride2[4] layer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student model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213CBE3-E580-1934-22EB-AD281F697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417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B0BE-167A-8B38-D998-BFBB8597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62DD8-BFEA-1AE7-3020-EFFBC594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compare)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56A4D08-805F-4047-8E9F-25EA4500CE5B}"/>
              </a:ext>
            </a:extLst>
          </p:cNvPr>
          <p:cNvSpPr txBox="1"/>
          <p:nvPr/>
        </p:nvSpPr>
        <p:spPr>
          <a:xfrm>
            <a:off x="10447071" y="2303893"/>
            <a:ext cx="17449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/>
              <a:t>4 stride2-layers</a:t>
            </a:r>
          </a:p>
          <a:p>
            <a:pPr algn="ctr"/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pPr algn="ctr"/>
            <a:r>
              <a:rPr lang="en-US" altLang="zh-TW" sz="1400" dirty="0"/>
              <a:t>alpha = 0.0075</a:t>
            </a:r>
          </a:p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75B6FA6-0951-98DC-857D-65BE9FC19E98}"/>
              </a:ext>
            </a:extLst>
          </p:cNvPr>
          <p:cNvSpPr txBox="1"/>
          <p:nvPr/>
        </p:nvSpPr>
        <p:spPr>
          <a:xfrm>
            <a:off x="0" y="5003892"/>
            <a:ext cx="1864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/>
              <a:t>5 stride2-layers</a:t>
            </a:r>
          </a:p>
          <a:p>
            <a:pPr algn="ctr"/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pPr algn="ctr"/>
            <a:r>
              <a:rPr lang="en-US" altLang="zh-TW" sz="1400" dirty="0"/>
              <a:t>alpha = 0.0075</a:t>
            </a:r>
          </a:p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28C644E-E6E8-9968-DFAE-328D00ECE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571" y="3258000"/>
            <a:ext cx="6123429" cy="360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DADC948-4DCF-BE28-8861-570B7EDC6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58000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015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3D0C5-EEE3-894F-6A37-EC6EDCCE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13F420D-B416-3F30-A597-9D3CD3399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  <p:sp>
        <p:nvSpPr>
          <p:cNvPr id="11" name="標題 1">
            <a:extLst>
              <a:ext uri="{FF2B5EF4-FFF2-40B4-BE49-F238E27FC236}">
                <a16:creationId xmlns:a16="http://schemas.microsoft.com/office/drawing/2014/main" id="{6F181397-CF12-2C7C-2A5A-DAC004BA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65" y="401700"/>
            <a:ext cx="1116827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4 stride2-layers)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FE5AA33-2942-54AC-3C16-E4AFE41B52ED}"/>
              </a:ext>
            </a:extLst>
          </p:cNvPr>
          <p:cNvSpPr txBox="1"/>
          <p:nvPr/>
        </p:nvSpPr>
        <p:spPr>
          <a:xfrm>
            <a:off x="10184296" y="3371405"/>
            <a:ext cx="18641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lr</a:t>
            </a:r>
            <a:r>
              <a:rPr lang="en-US" altLang="zh-TW" sz="1400" dirty="0"/>
              <a:t> = 0.2</a:t>
            </a:r>
          </a:p>
          <a:p>
            <a:pPr algn="ctr"/>
            <a:r>
              <a:rPr lang="en-US" altLang="zh-TW" sz="1400" dirty="0"/>
              <a:t>alpha = 0.0125</a:t>
            </a:r>
          </a:p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0.08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76809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4C922-245E-6BC6-7259-D87D10DE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8A14559-0774-C84A-9827-95A66916D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492250"/>
            <a:ext cx="8505825" cy="500062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FA11821C-9784-EE4E-9207-DD63D974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22" y="419683"/>
            <a:ext cx="1108213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5 stride2-layers)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316C3E2-B87E-B420-CB88-9EB2D32720A3}"/>
              </a:ext>
            </a:extLst>
          </p:cNvPr>
          <p:cNvSpPr txBox="1"/>
          <p:nvPr/>
        </p:nvSpPr>
        <p:spPr>
          <a:xfrm>
            <a:off x="10184296" y="3371405"/>
            <a:ext cx="18641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lr</a:t>
            </a:r>
            <a:r>
              <a:rPr lang="en-US" altLang="zh-TW" sz="1400" dirty="0"/>
              <a:t> = 0.02</a:t>
            </a:r>
          </a:p>
          <a:p>
            <a:pPr algn="ctr"/>
            <a:r>
              <a:rPr lang="en-US" altLang="zh-TW" sz="1400" dirty="0"/>
              <a:t>alpha = 0.0075</a:t>
            </a:r>
          </a:p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0.125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01265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683995"/>
              </p:ext>
            </p:extLst>
          </p:nvPr>
        </p:nvGraphicFramePr>
        <p:xfrm>
          <a:off x="958986" y="1601590"/>
          <a:ext cx="10292007" cy="5093403"/>
        </p:xfrm>
        <a:graphic>
          <a:graphicData uri="http://schemas.openxmlformats.org/drawingml/2006/table">
            <a:tbl>
              <a:tblPr/>
              <a:tblGrid>
                <a:gridCol w="3647372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stride2[0]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HLCFN3S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94.57%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3.10%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82308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0.01,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0.15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HLCFN3S, student w/ 4 stride2-layers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3.17%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2.71%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172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0065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HLCFN3S, student w/ 5 stride2-layers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90.95%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3.80%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4.98%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77443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0.0075,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188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59686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HLCFN3S, student w/ 4 stride2-layers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0.0075,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94.12%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3.05%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3.62%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2.47%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186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5151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HLCFN3S, student w/ 5 stride2-layers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0.0075,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85.97%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5.39%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4.07%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6.71%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95259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155226-6E0A-EE3E-2850-F5FFFA6571C6}"/>
              </a:ext>
            </a:extLst>
          </p:cNvPr>
          <p:cNvSpPr txBox="1"/>
          <p:nvPr/>
        </p:nvSpPr>
        <p:spPr>
          <a:xfrm>
            <a:off x="9628081" y="797073"/>
            <a:ext cx="155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25DAE52-5596-1437-EA9A-820148BA36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4423</TotalTime>
  <Words>740</Words>
  <Application>Microsoft Office PowerPoint</Application>
  <PresentationFormat>寬螢幕</PresentationFormat>
  <Paragraphs>163</Paragraphs>
  <Slides>13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4/20 個人咪挺 The result of MGD with HLCFN3S as teacher</vt:lpstr>
      <vt:lpstr>Model Structure (teacher)</vt:lpstr>
      <vt:lpstr>Model Structure (student)</vt:lpstr>
      <vt:lpstr>Recall – MGD Process</vt:lpstr>
      <vt:lpstr>Train Setting (1 layer)</vt:lpstr>
      <vt:lpstr>Metric Curve (TDR@FDR=1%, compare)</vt:lpstr>
      <vt:lpstr>Metric Curve (TDR@FDR=1%, 4 stride2-layers)</vt:lpstr>
      <vt:lpstr>Metric Curve (TDR@FDR=1%, 5 stride2-layers)</vt:lpstr>
      <vt:lpstr>Train Setting (2 layers)</vt:lpstr>
      <vt:lpstr>Metric Curve (TDR@FDR=1%, compare)</vt:lpstr>
      <vt:lpstr>Metric Curve (TDR@FDR=1%, 4 stride2-layers)</vt:lpstr>
      <vt:lpstr>Metric Curve (TDR@FDR=1%, 5 stride2-layers)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107</cp:revision>
  <dcterms:created xsi:type="dcterms:W3CDTF">2025-09-01T15:41:03Z</dcterms:created>
  <dcterms:modified xsi:type="dcterms:W3CDTF">2026-04-20T17:39:22Z</dcterms:modified>
</cp:coreProperties>
</file>