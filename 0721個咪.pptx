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31" r:id="rId3"/>
    <p:sldId id="340" r:id="rId4"/>
    <p:sldId id="349" r:id="rId5"/>
    <p:sldId id="320" r:id="rId6"/>
    <p:sldId id="366" r:id="rId7"/>
    <p:sldId id="350" r:id="rId8"/>
    <p:sldId id="360" r:id="rId9"/>
    <p:sldId id="379" r:id="rId10"/>
    <p:sldId id="380" r:id="rId11"/>
    <p:sldId id="347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1E46-A021-DFAF-F2EC-2BC540B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0B80D8-54EB-65BB-AF41-708F4CDF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0869F6-5E47-4573-E513-23576574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15167-3A2C-A49D-CF95-6E6095011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6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84D0-FA1D-A21C-DFDB-D133E54E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D35F81-D262-28EE-8787-EE866684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1EF5400-7671-433F-D693-B8E76277C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5A2CC1-D678-FA31-BC72-3D59A52E6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987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96B6-F8B5-8C41-1AFC-E574ADBE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6CFFBB-BD2B-D8E2-48C2-EA54FC486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3257A3-2D3C-6544-A997-DCCCF908C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24218D-37AE-E874-EAE9-1F19664BA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134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7/21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adding logit loss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(5-stage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(4-stage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BBA14E-C6CB-A98D-46B7-1A68C0DE1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98368"/>
              </p:ext>
            </p:extLst>
          </p:nvPr>
        </p:nvGraphicFramePr>
        <p:xfrm>
          <a:off x="838201" y="4329599"/>
          <a:ext cx="10183367" cy="1848796"/>
        </p:xfrm>
        <a:graphic>
          <a:graphicData uri="http://schemas.openxmlformats.org/drawingml/2006/table">
            <a:tbl>
              <a:tblPr/>
              <a:tblGrid>
                <a:gridCol w="1460832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SE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both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13..76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23.59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57B6-AB0B-90FC-F346-8075183E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627B6-FCB1-C610-8310-FF3F15B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Logit Loss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logits from the teacher and student are first converted into softened probability distributions using temperature-scaled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KL divergence is used to measure the difference between the two distributions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𝑙𝑜𝑔𝑖𝑡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sub>
                            </m:sSub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final loss then become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𝐵𝐶𝐸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𝑀𝐺𝐷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𝑙𝑜𝑔𝑖𝑡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  <a:blipFill>
                <a:blip r:embed="rId3"/>
                <a:stretch>
                  <a:fillRect l="-812" t="-16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40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128,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[0.5, 0.45, 0.4]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= 0.05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&amp; Loss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wm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395062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97.74%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148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752FFB43-5567-437C-4266-02A776D65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FEB6A5-D3B4-E9B5-B123-A28F4562E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000" y="1629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D01E-0CBD-74D4-9F04-87AF7449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D54E3D-F008-59BE-2B3A-306A0065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&amp; Loss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wm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051A678-1174-5569-5C5C-A721761F7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81825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1E19F315-4CB3-B0F2-AFE8-54EEC7ECB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C903429-5912-B3F8-B02E-3719E14D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000" y="1629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1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0EBC-BDEB-97DE-A6E4-43FDB25E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29188D-EFB0-74D4-D68D-6514378C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&amp; Loss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wm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83E6125-029F-F1BF-8C85-0D0EF1953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8789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w/o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w/ logit loss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97.74%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BE605BDC-0189-BF74-378E-31A711215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FF41D40-6686-BAAB-31A4-7541D5DCB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000" y="1629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4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3747"/>
              </p:ext>
            </p:extLst>
          </p:nvPr>
        </p:nvGraphicFramePr>
        <p:xfrm>
          <a:off x="841416" y="2307920"/>
          <a:ext cx="10496910" cy="4359838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≥ 85.11%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3.489%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6.033%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0.956%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zh-TW" sz="2400">
                          <a:effectLst/>
                        </a:rPr>
                        <a:t> 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1.02%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5.36%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4.38%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en-US" altLang="zh-TW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logit loss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hd=128, wm=0.45,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w/o logit loss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en-US" altLang="zh-TW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w/ logit loss, beta = 0.1</a:t>
                      </a:r>
                      <a:endParaRPr lang="zh-TW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97.29%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=0.45,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0.01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781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0.05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97.74%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48322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46289"/>
              </p:ext>
            </p:extLst>
          </p:nvPr>
        </p:nvGraphicFramePr>
        <p:xfrm>
          <a:off x="4687479" y="525469"/>
          <a:ext cx="6427828" cy="1154871"/>
        </p:xfrm>
        <a:graphic>
          <a:graphicData uri="http://schemas.openxmlformats.org/drawingml/2006/table">
            <a:tbl>
              <a:tblPr/>
              <a:tblGrid>
                <a:gridCol w="776988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702837592"/>
                    </a:ext>
                  </a:extLst>
                </a:gridCol>
              </a:tblGrid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0.75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</a:t>
                      </a: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</a:t>
                      </a: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zh-TW" alt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475.95 K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306.41 K (-35.6%)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150.78 K (-68.3%)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130.36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109.97 K (-76.9%)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10.07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7.41 M (-26.4%)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 M (-63.5%)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3.31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67.1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2.88 M (-71.4%)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3126BE-CAC8-4707-810E-5EE0B500C660}">
  <we:reference id="4b785c87-866c-4bad-85d8-5d1ae467ac9a" version="3.26.0.0" store="EXCatalog" storeType="EXCatalog"/>
  <we:alternateReferences>
    <we:reference id="WA104381909" version="3.26.0.0" store="zh-TW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6390</TotalTime>
  <Words>1051</Words>
  <Application>Microsoft Office PowerPoint</Application>
  <PresentationFormat>寬螢幕</PresentationFormat>
  <Paragraphs>219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7/21 個人咪挺 Results of adding logit loss</vt:lpstr>
      <vt:lpstr>Modified MobileNet Model Structure</vt:lpstr>
      <vt:lpstr>Modified vs. Custom Bneck Structure</vt:lpstr>
      <vt:lpstr>Current Model Type</vt:lpstr>
      <vt:lpstr>Recall – MGD Process</vt:lpstr>
      <vt:lpstr>Logit Loss</vt:lpstr>
      <vt:lpstr>Train Setting I.</vt:lpstr>
      <vt:lpstr>Metric &amp; Loss Curve (TDR@FDR=1%, wm = 0.5)</vt:lpstr>
      <vt:lpstr>Metric &amp; Loss Curve (TDR@FDR=1%, wm = 0.45)</vt:lpstr>
      <vt:lpstr>Metric &amp; Loss Curve (TDR@FDR=1%, wm = 0.4)</vt:lpstr>
      <vt:lpstr>Result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167</cp:revision>
  <dcterms:created xsi:type="dcterms:W3CDTF">2025-09-01T15:41:03Z</dcterms:created>
  <dcterms:modified xsi:type="dcterms:W3CDTF">2026-07-20T16:36:40Z</dcterms:modified>
</cp:coreProperties>
</file>