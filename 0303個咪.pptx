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14" r:id="rId3"/>
    <p:sldId id="319" r:id="rId4"/>
    <p:sldId id="320" r:id="rId5"/>
    <p:sldId id="313" r:id="rId6"/>
    <p:sldId id="318" r:id="rId7"/>
    <p:sldId id="324" r:id="rId8"/>
    <p:sldId id="323" r:id="rId9"/>
    <p:sldId id="325" r:id="rId10"/>
    <p:sldId id="31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>
        <p:scale>
          <a:sx n="125" d="100"/>
          <a:sy n="125" d="100"/>
        </p:scale>
        <p:origin x="1584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B83-81F0-AEF6-5DFB-810F4C1D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B739B9-1D26-28FA-C09D-32B000C9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61D11-6812-AA98-B3D9-601EF955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854294-6615-CEB4-062D-5A18B56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53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6BF2-490C-F9A5-B9EB-4D14B303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308654D-D570-494D-B6A4-8B570DE66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1E472D1-F8C8-35FD-BD71-E2F6B1C18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9D626-B40C-11AF-FDDE-257F6381F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192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935-533C-DBF5-C94D-70D78E21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64003A-A97A-73CD-0D4C-712D4F800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B22E423-C15F-8FD4-BD61-E0912EBAF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F1A731-F179-9807-1E8E-B17C913B3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245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705A-1CC1-64BB-20B5-3D26E073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947E6A7-D9B6-CE53-0324-3944B35B1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7B4583-69F2-8422-FE67-27C17D054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7C6514-3465-A08B-8DF1-7961011CB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518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3/3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changing batch size from 32 to 64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EE485152-795E-2AC3-58A4-6276713A6DBF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10701E5-E2F2-4947-B3AD-86C22B22E44F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F7AC5C5-4650-12ED-410E-91E2E13C4285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233CB55-5F90-7AD8-DACF-6E70B7CA94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706AF3-D138-93A5-1E40-2D08818AF02F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CA5AB9-E9CD-6511-B7AF-1D84460360B0}"/>
                    </a:ext>
                  </a:extLst>
                </p:cNvPr>
                <p:cNvSpPr/>
                <p:nvPr/>
              </p:nvSpPr>
              <p:spPr>
                <a:xfrm>
                  <a:off x="2095995" y="231129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425E57-CDD4-1C06-1C82-1C2F4B214CA4}"/>
                    </a:ext>
                  </a:extLst>
                </p:cNvPr>
                <p:cNvSpPr/>
                <p:nvPr/>
              </p:nvSpPr>
              <p:spPr>
                <a:xfrm>
                  <a:off x="2095995" y="260378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5C6F402-87F9-7973-08D0-68BC8D8B3BA0}"/>
                    </a:ext>
                  </a:extLst>
                </p:cNvPr>
                <p:cNvSpPr/>
                <p:nvPr/>
              </p:nvSpPr>
              <p:spPr>
                <a:xfrm>
                  <a:off x="2095995" y="3049979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F5C767F-3FBD-1A3A-C92C-6260B8FACBAD}"/>
                    </a:ext>
                  </a:extLst>
                </p:cNvPr>
                <p:cNvSpPr/>
                <p:nvPr/>
              </p:nvSpPr>
              <p:spPr>
                <a:xfrm>
                  <a:off x="2095995" y="4099837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F758B06-49DB-B022-F9ED-08EEFCEE0393}"/>
                    </a:ext>
                  </a:extLst>
                </p:cNvPr>
                <p:cNvSpPr/>
                <p:nvPr/>
              </p:nvSpPr>
              <p:spPr>
                <a:xfrm>
                  <a:off x="5872348" y="2066306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F19511-84D7-1D34-F284-7B2E0223A15C}"/>
                    </a:ext>
                  </a:extLst>
                </p:cNvPr>
                <p:cNvSpPr/>
                <p:nvPr/>
              </p:nvSpPr>
              <p:spPr>
                <a:xfrm>
                  <a:off x="5872347" y="225192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DFE407-66B1-8479-1E1A-AA91A6B31E0A}"/>
                    </a:ext>
                  </a:extLst>
                </p:cNvPr>
                <p:cNvSpPr/>
                <p:nvPr/>
              </p:nvSpPr>
              <p:spPr>
                <a:xfrm>
                  <a:off x="5872347" y="2431595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2D404A9-F997-911E-D705-6EECE098A319}"/>
                    </a:ext>
                  </a:extLst>
                </p:cNvPr>
                <p:cNvSpPr/>
                <p:nvPr/>
              </p:nvSpPr>
              <p:spPr>
                <a:xfrm>
                  <a:off x="5872347" y="279973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B954716-2EAF-3F44-C3CB-3B89C26288EB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4DE0B037-DAE0-94E5-D3F3-1959209A0DBC}"/>
                    </a:ext>
                  </a:extLst>
                </p:cNvPr>
                <p:cNvCxnSpPr>
                  <a:stCxn id="6" idx="3"/>
                  <a:endCxn id="12" idx="1"/>
                </p:cNvCxnSpPr>
                <p:nvPr/>
              </p:nvCxnSpPr>
              <p:spPr>
                <a:xfrm>
                  <a:off x="5640779" y="2078182"/>
                  <a:ext cx="231569" cy="7422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954B0778-57F2-FE81-76D9-0685CA99F004}"/>
                    </a:ext>
                  </a:extLst>
                </p:cNvPr>
                <p:cNvCxnSpPr>
                  <a:cxnSpLocks/>
                  <a:endCxn id="13" idx="1"/>
                </p:cNvCxnSpPr>
                <p:nvPr/>
              </p:nvCxnSpPr>
              <p:spPr>
                <a:xfrm flipV="1">
                  <a:off x="5640778" y="2338016"/>
                  <a:ext cx="231569" cy="3859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50A51206-A6B4-9A18-A27C-2E6F7C39FF4F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5640778" y="2517691"/>
                  <a:ext cx="231569" cy="1469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ED5C0FFF-1D29-AF1F-00DB-EBAE89C830D8}"/>
                    </a:ext>
                  </a:extLst>
                </p:cNvPr>
                <p:cNvCxnSpPr>
                  <a:cxnSpLocks/>
                  <a:endCxn id="15" idx="1"/>
                </p:cNvCxnSpPr>
                <p:nvPr/>
              </p:nvCxnSpPr>
              <p:spPr>
                <a:xfrm flipV="1">
                  <a:off x="5640778" y="2885826"/>
                  <a:ext cx="231569" cy="22946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F1A847D6-BA9B-8DBC-7ECB-371F2D10178E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V="1">
                  <a:off x="5640779" y="3799983"/>
                  <a:ext cx="231567" cy="36516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170B0DA-A3D8-9482-0C2C-D229A56DC3BC}"/>
                  </a:ext>
                </a:extLst>
              </p:cNvPr>
              <p:cNvGrpSpPr/>
              <p:nvPr/>
            </p:nvGrpSpPr>
            <p:grpSpPr>
              <a:xfrm>
                <a:off x="9993082" y="2035196"/>
                <a:ext cx="753095" cy="1883540"/>
                <a:chOff x="9993082" y="2035196"/>
                <a:chExt cx="753095" cy="1883540"/>
              </a:xfrm>
            </p:grpSpPr>
            <p:sp>
              <p:nvSpPr>
                <p:cNvPr id="42" name="內容版面配置區 2">
                  <a:extLst>
                    <a:ext uri="{FF2B5EF4-FFF2-40B4-BE49-F238E27FC236}">
                      <a16:creationId xmlns:a16="http://schemas.microsoft.com/office/drawing/2014/main" id="{1071DFA2-ACFB-135C-CC6C-5C56D0183D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03519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stride2[0]</a:t>
                  </a:r>
                </a:p>
              </p:txBody>
            </p:sp>
            <p:sp>
              <p:nvSpPr>
                <p:cNvPr id="43" name="內容版面配置區 2">
                  <a:extLst>
                    <a:ext uri="{FF2B5EF4-FFF2-40B4-BE49-F238E27FC236}">
                      <a16:creationId xmlns:a16="http://schemas.microsoft.com/office/drawing/2014/main" id="{DE200425-F232-5E90-EF62-F5BE38E8E7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2" y="222244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44" name="內容版面配置區 2">
                  <a:extLst>
                    <a:ext uri="{FF2B5EF4-FFF2-40B4-BE49-F238E27FC236}">
                      <a16:creationId xmlns:a16="http://schemas.microsoft.com/office/drawing/2014/main" id="{ADFDA82C-A764-2212-F079-72F7A735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39893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45" name="內容版面配置區 2">
                  <a:extLst>
                    <a:ext uri="{FF2B5EF4-FFF2-40B4-BE49-F238E27FC236}">
                      <a16:creationId xmlns:a16="http://schemas.microsoft.com/office/drawing/2014/main" id="{476F95BB-F04C-9987-45DD-B369375A6D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78520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46" name="內容版面配置區 2">
                  <a:extLst>
                    <a:ext uri="{FF2B5EF4-FFF2-40B4-BE49-F238E27FC236}">
                      <a16:creationId xmlns:a16="http://schemas.microsoft.com/office/drawing/2014/main" id="{E25A0F5D-A9B4-5D45-8396-D57423BDF6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368123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4F19F73-5040-AE52-A1BF-FD9ACF3B18EA}"/>
                </a:ext>
              </a:extLst>
            </p:cNvPr>
            <p:cNvGrpSpPr/>
            <p:nvPr/>
          </p:nvGrpSpPr>
          <p:grpSpPr>
            <a:xfrm>
              <a:off x="1339147" y="1953056"/>
              <a:ext cx="753094" cy="2330848"/>
              <a:chOff x="1339147" y="1953056"/>
              <a:chExt cx="753094" cy="2330848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2A6ED467-D50B-50D1-E5E5-46727E701490}"/>
                  </a:ext>
                </a:extLst>
              </p:cNvPr>
              <p:cNvGrpSpPr/>
              <p:nvPr/>
            </p:nvGrpSpPr>
            <p:grpSpPr>
              <a:xfrm>
                <a:off x="1339147" y="2260146"/>
                <a:ext cx="753094" cy="2023758"/>
                <a:chOff x="1339147" y="2260146"/>
                <a:chExt cx="753094" cy="2023758"/>
              </a:xfrm>
            </p:grpSpPr>
            <p:sp>
              <p:nvSpPr>
                <p:cNvPr id="33" name="內容版面配置區 2">
                  <a:extLst>
                    <a:ext uri="{FF2B5EF4-FFF2-40B4-BE49-F238E27FC236}">
                      <a16:creationId xmlns:a16="http://schemas.microsoft.com/office/drawing/2014/main" id="{A72C97EA-975D-6CF4-11C4-F513C90392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26014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34" name="內容版面配置區 2">
                  <a:extLst>
                    <a:ext uri="{FF2B5EF4-FFF2-40B4-BE49-F238E27FC236}">
                      <a16:creationId xmlns:a16="http://schemas.microsoft.com/office/drawing/2014/main" id="{19F64221-69C1-E3F4-F520-78A8C5CA4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553379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35" name="內容版面配置區 2">
                  <a:extLst>
                    <a:ext uri="{FF2B5EF4-FFF2-40B4-BE49-F238E27FC236}">
                      <a16:creationId xmlns:a16="http://schemas.microsoft.com/office/drawing/2014/main" id="{F9C83E72-E66B-C95F-1AB7-32FE7864AA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991714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36" name="內容版面配置區 2">
                  <a:extLst>
                    <a:ext uri="{FF2B5EF4-FFF2-40B4-BE49-F238E27FC236}">
                      <a16:creationId xmlns:a16="http://schemas.microsoft.com/office/drawing/2014/main" id="{DEC7A82E-D5B8-D535-07A6-D636AD5A9A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404639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  <p:sp>
            <p:nvSpPr>
              <p:cNvPr id="52" name="內容版面配置區 2">
                <a:extLst>
                  <a:ext uri="{FF2B5EF4-FFF2-40B4-BE49-F238E27FC236}">
                    <a16:creationId xmlns:a16="http://schemas.microsoft.com/office/drawing/2014/main" id="{AB37FD06-2F91-D168-78FA-2D0174CAB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9147" y="1953056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stride2[0]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2889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45831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0.01,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alpha = 0.01,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lambda_mgd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0.15</a:t>
                </a:r>
              </a:p>
              <a:p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batch_size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64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8E0A-3968-C94B-0C79-A2B3CB8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BDA77-EE4A-8AA3-A9BF-1513AD6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I.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字型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C40DA3C8-20CB-C9CA-6EFE-012D21DB5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3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FAC7-7E7B-DFF4-F37B-11FC7BD1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3FF066-86FC-59EF-24B9-C6D44179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29BE2F-EF59-381C-ADE1-115EDBAF9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615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performance degraded around 4% when increasing the batch size beyond 32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doing some research, we propose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adjusting the learning rate proportionally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batch size</a:t>
            </a:r>
          </a:p>
        </p:txBody>
      </p:sp>
    </p:spTree>
    <p:extLst>
      <p:ext uri="{BB962C8B-B14F-4D97-AF65-F5344CB8AC3E}">
        <p14:creationId xmlns:p14="http://schemas.microsoft.com/office/powerpoint/2010/main" val="802709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C1C4-0009-E549-0153-F2B94218F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00565-BD41-0A54-A946-9C111505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898EDA-B7FD-66C9-6C5A-39A8814B4E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0.02,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alpha = 0.01, </a:t>
                </a: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lambda_mgd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0.15</a:t>
                </a:r>
              </a:p>
              <a:p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batch_size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64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898EDA-B7FD-66C9-6C5A-39A8814B4E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678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2D014-0C4D-E8F4-18EC-C7290D9E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B3D87-7F57-F6D9-38A5-95E760CD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II.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繪圖, 字型 的圖片&#10;&#10;AI 產生的內容可能不正確。">
            <a:extLst>
              <a:ext uri="{FF2B5EF4-FFF2-40B4-BE49-F238E27FC236}">
                <a16:creationId xmlns:a16="http://schemas.microsoft.com/office/drawing/2014/main" id="{29CDED18-7887-3BAB-D1FD-157FEE918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45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89144"/>
              </p:ext>
            </p:extLst>
          </p:nvPr>
        </p:nvGraphicFramePr>
        <p:xfrm>
          <a:off x="838197" y="2197006"/>
          <a:ext cx="10515603" cy="2594163"/>
        </p:xfrm>
        <a:graphic>
          <a:graphicData uri="http://schemas.openxmlformats.org/drawingml/2006/table">
            <a:tbl>
              <a:tblPr/>
              <a:tblGrid>
                <a:gridCol w="2753157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293741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293741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293741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293741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293741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  <a:gridCol w="1293741">
                  <a:extLst>
                    <a:ext uri="{9D8B030D-6E8A-4147-A177-3AD203B41FA5}">
                      <a16:colId xmlns:a16="http://schemas.microsoft.com/office/drawing/2014/main" val="2090866779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19hr 29min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12hr 48min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batch_size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32,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21hr 35min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batch_size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64,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95.48%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13hr 16min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2593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batch_size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64,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97.74%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13hr 06min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65107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5327750" y="5477212"/>
            <a:ext cx="1554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3904</TotalTime>
  <Words>751</Words>
  <Application>Microsoft Office PowerPoint</Application>
  <PresentationFormat>寬螢幕</PresentationFormat>
  <Paragraphs>190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3/3 個人咪挺 The result of changing batch size from 32 to 64</vt:lpstr>
      <vt:lpstr>Notation</vt:lpstr>
      <vt:lpstr>Recall – Result Metric (MMAC)</vt:lpstr>
      <vt:lpstr>Recall – MGD Process</vt:lpstr>
      <vt:lpstr>Train Setting I.</vt:lpstr>
      <vt:lpstr>Metric Curve I. (TDR@FDR=1%)</vt:lpstr>
      <vt:lpstr>Review I.</vt:lpstr>
      <vt:lpstr>Train Setting II.</vt:lpstr>
      <vt:lpstr>Metric Curve II. (TDR@FDR=1%)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88</cp:revision>
  <dcterms:created xsi:type="dcterms:W3CDTF">2025-09-01T15:41:03Z</dcterms:created>
  <dcterms:modified xsi:type="dcterms:W3CDTF">2026-03-02T16:25:38Z</dcterms:modified>
</cp:coreProperties>
</file>