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37" r:id="rId3"/>
    <p:sldId id="356" r:id="rId4"/>
    <p:sldId id="358" r:id="rId5"/>
    <p:sldId id="362" r:id="rId6"/>
    <p:sldId id="361" r:id="rId7"/>
    <p:sldId id="363" r:id="rId8"/>
    <p:sldId id="360" r:id="rId9"/>
    <p:sldId id="3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80" d="100"/>
          <a:sy n="80" d="100"/>
        </p:scale>
        <p:origin x="114" y="18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8ABE-A3F3-370D-4E0A-AF7411B8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7137F6-E3AF-8AD6-0526-76909976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9D9DCA-00CF-A742-366B-DE7DE6E81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CE16DF-75E9-2FEE-4E38-0FCD51FD8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062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094E-AB3D-0363-7CC7-A68E7BC6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630CA07-2173-C7C9-98E1-106F9D1B1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BFA097-2325-2E87-CAD0-72B41ECF4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2A882-8AEC-E65F-9910-787619909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5320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113BA-14E3-8D2D-7FF1-D13147CF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811109-3C7E-F2E9-ACAC-435E9D93C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EBF0911-EFD8-F883-8A22-073A4070B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EADEDF-8C20-C466-B361-FA68276D5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866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599CE-955E-046D-1236-6D6EBAAF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D37BF41-A086-5B6B-0337-26E26DC3C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558CA9-7992-7827-6440-21777AE33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D8909D-60C7-1080-55B0-C4E1EBA5D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918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89CE0-6733-9334-C16A-FD3408CA5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0390B1-C95D-DA80-206E-6B3F13414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70052B1-9A38-5F95-2103-EA46FE1E7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67E84D-9172-3D0D-D6D4-46C42D7A1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5475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2AD66-BC28-F3FE-A4FF-7770A545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75696F1-43B6-B2D8-36C5-4FA27550E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138254-D4E7-FB9B-AC55-B84424FB5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156443-45F8-90E7-FF6A-713F3F8F8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5245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5E8FD-2B1B-FC93-BFA5-97985FF7E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FCBABCA-3458-35D5-BDF8-97D5E8621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2B16DD5-CFEE-1263-009F-FBA0846B8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768B02-78E3-5AEA-0F00-5CDFAD6DD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330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B5262-83C0-2264-81EC-53FBE62D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556BA9-CEE6-F40F-277E-08ACEACAA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0D8DC7-44AF-1086-77EE-794CA9F76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E57B7C-867D-4B31-A17E-248B430B7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0619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enstorrent.com/tt-metal/latest/ttnn/ttnn/api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tenstorrent/tt-metal/tree/main/ttnn/cpp/ttnn/oper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 anchor="ctr">
            <a:noAutofit/>
          </a:bodyPr>
          <a:lstStyle/>
          <a:p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Tenstorrent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Progress Report</a:t>
            </a:r>
            <a:b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8/4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林家逸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BF25-233E-9E51-1CBC-28640975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0F3D0-81AA-A439-6FB7-C8618E06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0CD45B-B672-2873-6CD1-3463E048A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operator supported in TT-NN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Related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Related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&amp; Data Movement Related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Loss, Convolution and Pooling Related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Related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01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46F42-5640-7073-38B3-73C3202D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DEAA2EE3-06D2-CB1D-23E0-12D0F4DA8C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93853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matmul(tensor1, tensor2)</a:t>
                </a: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 @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linear(weight, input, bias)</a:t>
                </a: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𝑤𝑒𝑖𝑔h𝑡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@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𝑖𝑛𝑝𝑢𝑡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𝑏𝑖𝑎𝑠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addmm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(tensor1, tensor2, tensor3, alpha, beta)</a:t>
                </a: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𝑏𝑒𝑡𝑎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𝑎𝑙𝑝h𝑎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∗(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 @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3)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sparse_matmul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DEAA2EE3-06D2-CB1D-23E0-12D0F4DA8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938536" cy="4351338"/>
              </a:xfrm>
              <a:prstGeom prst="rect">
                <a:avLst/>
              </a:prstGeom>
              <a:blipFill>
                <a:blip r:embed="rId3"/>
                <a:stretch>
                  <a:fillRect l="-780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>
            <a:extLst>
              <a:ext uri="{FF2B5EF4-FFF2-40B4-BE49-F238E27FC236}">
                <a16:creationId xmlns:a16="http://schemas.microsoft.com/office/drawing/2014/main" id="{C0836DB1-25A0-A458-1DEA-E035D785331E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Related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72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F174-04E3-74BB-9DDE-089D55B2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04A6C833-59D1-E9E6-32D4-7F0808579C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938536" cy="48759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Unary</a:t>
                </a: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abs, trigonometric function, ceiling, flooring, …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</a:t>
                </a: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add, sub, 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div, bitwise related, …</a:t>
                </a: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/ min, 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logaddexp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equal / not equal, …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Ternary</a:t>
                </a:r>
              </a:p>
              <a:p>
                <a:pPr lvl="1"/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addcdiv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(tensor1, tensor2, tensor3, value) =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𝑣𝑎𝑙𝑢𝑒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𝑡𝑒𝑛𝑠𝑜𝑟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𝑡𝑒𝑛𝑠𝑜𝑟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addcmul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(tensor1, tensor2, tensor3, value) =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𝑣𝑎𝑙𝑢𝑒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𝑡𝑒𝑛𝑠𝑜𝑟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𝑡𝑒𝑛𝑠𝑜𝑟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altLang="zh-TW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lerp(start, end, weight) =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𝑠𝑡𝑎𝑟𝑡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𝑒𝑛𝑑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𝑠𝑡𝑎𝑟𝑡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𝑤𝑒𝑖𝑔h𝑡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mac(tensor1, tensor2, tensor3) =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 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2+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snake_beta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(tensor1, tensor2, tensor3) =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𝑡𝑒𝑛𝑠𝑜𝑟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𝑡𝑒𝑛𝑠𝑜𝑟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2∗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𝑡𝑒𝑛𝑠𝑜𝑟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1)</m:t>
                            </m:r>
                          </m:e>
                        </m:func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𝑡𝑒𝑛𝑠𝑜𝑟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zh-TW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where(condition, 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trueValue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falseValue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𝑐𝑜𝑛𝑑𝑖𝑡𝑖𝑜𝑛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==1 ?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𝑡𝑟𝑢𝑒𝑉𝑎𝑙𝑢𝑒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: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𝑓𝑎𝑙𝑠𝑒𝑉𝑎𝑙𝑢𝑒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04A6C833-59D1-E9E6-32D4-7F0808579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938536" cy="4875964"/>
              </a:xfrm>
              <a:prstGeom prst="rect">
                <a:avLst/>
              </a:prstGeom>
              <a:blipFill>
                <a:blip r:embed="rId3"/>
                <a:stretch>
                  <a:fillRect l="-780" t="-1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>
            <a:extLst>
              <a:ext uri="{FF2B5EF4-FFF2-40B4-BE49-F238E27FC236}">
                <a16:creationId xmlns:a16="http://schemas.microsoft.com/office/drawing/2014/main" id="{53DB1564-506E-817E-1CDF-E4E43F23DC83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Related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230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06D9-F574-4265-23CE-02631AAF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4BBAF70-465F-2D4A-94E9-0B0A08DF7BD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87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argmax /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argmin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max / min / mean / std</a:t>
            </a:r>
          </a:p>
          <a:p>
            <a:pPr lvl="1"/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cumprod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cumsum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ema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topk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Movement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expand, squeeze, reshape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nonzero, repeat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permute, sort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A282D1AB-90F1-8D5B-DB29-6C634C2EEDA9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&amp; Data Movement Related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201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276E-4D83-E301-8211-AA5CCEAF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9B910E5-1549-7E0F-CBE8-9CB0E738E75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87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l1_loss</a:t>
            </a:r>
          </a:p>
          <a:p>
            <a:pPr lvl="1"/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mse_loss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conv1d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conv_transpose2d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conv3d (experimental)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avg_pool2d / adaptive_avg_pool2d / global_avg_pool2d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max_pool2s / adaptive_max_pool2d</a:t>
            </a:r>
          </a:p>
          <a:p>
            <a:pPr lvl="1"/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E6F51027-9660-14E8-4F21-243CBFBFCC2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Loss, Convolution and Pooling Related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947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38D33-572E-C0C0-344F-BEE49089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F56BA89-B755-4CC7-31EB-ED589E7E675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87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batch_norm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group_norm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layer_norm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rms_norm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scale_mask_softmax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D7E5D087-2A6C-0B89-4C11-3EA85D137B0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Related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007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EB62B-8BB1-497D-064D-CFF14A9E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4E49A47-A403-935B-DCBF-77BAC2257B7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87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/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6418FC46-A512-5332-C42F-C85490BA8BD1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435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AF67-5156-A4FB-7307-B9C389E93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4FC650D-4621-8C96-E765-FA425F0E663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87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/>
              <a:t>SPEC</a:t>
            </a:r>
            <a:endParaRPr lang="en-US" altLang="zh-TW" sz="2400" dirty="0">
              <a:hlinkClick r:id="rId3"/>
            </a:endParaRPr>
          </a:p>
          <a:p>
            <a:pPr lvl="1"/>
            <a:r>
              <a:rPr lang="zh-TW" altLang="zh-TW" sz="2000" dirty="0">
                <a:hlinkClick r:id="rId3"/>
              </a:rPr>
              <a:t>APIs — TT-NN&amp;trade; documentation</a:t>
            </a:r>
            <a:endParaRPr lang="en-US" altLang="zh-TW" sz="2000" dirty="0"/>
          </a:p>
          <a:p>
            <a:r>
              <a:rPr lang="en-US" altLang="zh-TW" sz="2400" dirty="0"/>
              <a:t>Implementation</a:t>
            </a:r>
          </a:p>
          <a:p>
            <a:pPr lvl="1"/>
            <a:r>
              <a:rPr lang="zh-TW" altLang="zh-TW" sz="2000" dirty="0">
                <a:hlinkClick r:id="rId4"/>
              </a:rPr>
              <a:t>tt-metal/ttnn/cpp/ttnn/operations at main · tenstorrent/tt-metal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065220CC-C3E7-BDD6-B7D0-1FCDC173B2BE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07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7841</TotalTime>
  <Words>422</Words>
  <Application>Microsoft Office PowerPoint</Application>
  <PresentationFormat>寬螢幕</PresentationFormat>
  <Paragraphs>82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Times New Roman</vt:lpstr>
      <vt:lpstr>Office 佈景主題</vt:lpstr>
      <vt:lpstr>Tenstorrent Progress Report 8/4 林家逸</vt:lpstr>
      <vt:lpstr>Outline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173</cp:revision>
  <dcterms:created xsi:type="dcterms:W3CDTF">2025-09-01T15:41:03Z</dcterms:created>
  <dcterms:modified xsi:type="dcterms:W3CDTF">2026-08-03T18:44:21Z</dcterms:modified>
</cp:coreProperties>
</file>