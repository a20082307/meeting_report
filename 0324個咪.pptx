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14" r:id="rId3"/>
    <p:sldId id="319" r:id="rId4"/>
    <p:sldId id="326" r:id="rId5"/>
    <p:sldId id="320" r:id="rId6"/>
    <p:sldId id="313" r:id="rId7"/>
    <p:sldId id="318" r:id="rId8"/>
    <p:sldId id="327" r:id="rId9"/>
    <p:sldId id="328" r:id="rId10"/>
    <p:sldId id="31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4609-00EA-87D8-4F1B-3FE5FCC6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23D2AC9-2FFF-3204-D716-E5966FE8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5474A6-7AB3-414D-1996-D154A158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39A8AC-E180-0598-CF97-8D16C9AF1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638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AC43-1192-1D38-364F-A98B845B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BB8611-BC2A-BA66-5AD0-AD7DF4BBB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F4B7DC-E1BD-BC26-42B8-9E3C493E0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A5DD9E-FF88-14F1-4BBD-AFF53D98C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982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C7A6-F359-B699-F76D-8CBE3940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061D51-232C-D893-95C6-F8C45136C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8409095-A2C6-5C36-7C14-8F2031EB7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B9832-60C6-EA70-06B2-E92E7419F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187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3/24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multiple feature layers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233CB55-5F90-7AD8-DACF-6E70B7CA94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95995" y="231129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95995" y="260378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95995" y="3049979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95995" y="4099837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stCxn id="6" idx="3"/>
                  <a:endCxn id="12" idx="1"/>
                </p:cNvCxnSpPr>
                <p:nvPr/>
              </p:nvCxnSpPr>
              <p:spPr>
                <a:xfrm>
                  <a:off x="5640779" y="2078182"/>
                  <a:ext cx="231569" cy="7422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79" y="3799983"/>
                  <a:ext cx="231567" cy="3651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492C-7A66-F24C-E5BB-34F0D9ED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76FC4-34CC-DD21-C166-1B9D3689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ADD6765-398E-4D67-0DF3-101F583BC4A4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23B1C22-040E-3E6F-48E9-535682F8F739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499EDD16-36C2-F2E3-741C-BD560B7ED341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B4C99C20-4EC1-0268-E68D-E3136AAEA1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812F139D-9710-FBCA-274F-5C75974A6D94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680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46" name="內容版面配置區 2">
                <a:extLst>
                  <a:ext uri="{FF2B5EF4-FFF2-40B4-BE49-F238E27FC236}">
                    <a16:creationId xmlns:a16="http://schemas.microsoft.com/office/drawing/2014/main" id="{DB089BA5-A6D4-53C0-C3D5-F23D42ACB2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93083" y="3681231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stride2[4]</a:t>
                </a:r>
              </a:p>
            </p:txBody>
          </p:sp>
        </p:grpSp>
        <p:sp>
          <p:nvSpPr>
            <p:cNvPr id="52" name="內容版面配置區 2">
              <a:extLst>
                <a:ext uri="{FF2B5EF4-FFF2-40B4-BE49-F238E27FC236}">
                  <a16:creationId xmlns:a16="http://schemas.microsoft.com/office/drawing/2014/main" id="{44265336-D3AB-4187-9E4B-A70BF0BDF9B4}"/>
                </a:ext>
              </a:extLst>
            </p:cNvPr>
            <p:cNvSpPr txBox="1">
              <a:spLocks/>
            </p:cNvSpPr>
            <p:nvPr/>
          </p:nvSpPr>
          <p:spPr>
            <a:xfrm>
              <a:off x="1339147" y="1953056"/>
              <a:ext cx="753094" cy="23750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5500B4-653A-78E9-83A8-20F4730E7980}"/>
              </a:ext>
            </a:extLst>
          </p:cNvPr>
          <p:cNvSpPr txBox="1"/>
          <p:nvPr/>
        </p:nvSpPr>
        <p:spPr>
          <a:xfrm>
            <a:off x="5394899" y="19857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33074E-3FD1-26CC-F2BA-CFCD67DEA151}"/>
              </a:ext>
            </a:extLst>
          </p:cNvPr>
          <p:cNvSpPr txBox="1"/>
          <p:nvPr/>
        </p:nvSpPr>
        <p:spPr>
          <a:xfrm>
            <a:off x="1624577" y="215499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83E6F4C-8058-C91A-0D88-14CD23728AF9}"/>
              </a:ext>
            </a:extLst>
          </p:cNvPr>
          <p:cNvSpPr txBox="1"/>
          <p:nvPr/>
        </p:nvSpPr>
        <p:spPr>
          <a:xfrm>
            <a:off x="10149476" y="393746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CB41E13-217C-1CFC-D96C-0080461E0573}"/>
              </a:ext>
            </a:extLst>
          </p:cNvPr>
          <p:cNvSpPr txBox="1"/>
          <p:nvPr/>
        </p:nvSpPr>
        <p:spPr>
          <a:xfrm>
            <a:off x="3915233" y="6083768"/>
            <a:ext cx="4361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Red: </a:t>
            </a:r>
            <a:r>
              <a:rPr lang="en-US" altLang="zh-TW" sz="1400" dirty="0"/>
              <a:t>The layer we modified</a:t>
            </a:r>
          </a:p>
          <a:p>
            <a:r>
              <a:rPr lang="en-US" altLang="zh-TW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</a:t>
            </a:r>
            <a:r>
              <a:rPr lang="en-US" altLang="zh-TW" sz="1400" dirty="0"/>
              <a:t>The layers we selected to compute MGD Loss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0B020B-5E09-8556-C3C3-ED568937C8E4}"/>
              </a:ext>
            </a:extLst>
          </p:cNvPr>
          <p:cNvSpPr txBox="1"/>
          <p:nvPr/>
        </p:nvSpPr>
        <p:spPr>
          <a:xfrm>
            <a:off x="1624577" y="233206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DAA7A72-BC2A-4B7A-C8F6-166470CCFDE9}"/>
              </a:ext>
            </a:extLst>
          </p:cNvPr>
          <p:cNvSpPr txBox="1"/>
          <p:nvPr/>
        </p:nvSpPr>
        <p:spPr>
          <a:xfrm>
            <a:off x="1667431" y="250799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238D133-E429-A312-D740-1DA6D414C1EA}"/>
              </a:ext>
            </a:extLst>
          </p:cNvPr>
          <p:cNvSpPr txBox="1"/>
          <p:nvPr/>
        </p:nvSpPr>
        <p:spPr>
          <a:xfrm>
            <a:off x="1667431" y="267628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1903E43-2481-31AD-D3F0-2B02AB1735FF}"/>
              </a:ext>
            </a:extLst>
          </p:cNvPr>
          <p:cNvSpPr txBox="1"/>
          <p:nvPr/>
        </p:nvSpPr>
        <p:spPr>
          <a:xfrm>
            <a:off x="1667431" y="283603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C02BB64-EEDE-5588-C052-1B9F08637483}"/>
              </a:ext>
            </a:extLst>
          </p:cNvPr>
          <p:cNvSpPr txBox="1"/>
          <p:nvPr/>
        </p:nvSpPr>
        <p:spPr>
          <a:xfrm>
            <a:off x="1667430" y="300012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6EDF9A-D567-C321-BC9C-10104E1502D9}"/>
              </a:ext>
            </a:extLst>
          </p:cNvPr>
          <p:cNvSpPr txBox="1"/>
          <p:nvPr/>
        </p:nvSpPr>
        <p:spPr>
          <a:xfrm>
            <a:off x="1667430" y="316558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2A21E1A-DA22-F7DA-F87C-CB735BFAD77A}"/>
              </a:ext>
            </a:extLst>
          </p:cNvPr>
          <p:cNvSpPr txBox="1"/>
          <p:nvPr/>
        </p:nvSpPr>
        <p:spPr>
          <a:xfrm>
            <a:off x="1667429" y="334150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16329BE-C8B4-D094-4FD6-4B3C4C368105}"/>
              </a:ext>
            </a:extLst>
          </p:cNvPr>
          <p:cNvSpPr txBox="1"/>
          <p:nvPr/>
        </p:nvSpPr>
        <p:spPr>
          <a:xfrm>
            <a:off x="1667429" y="351743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D3D6C40-6128-76DE-DB17-6C576B705356}"/>
              </a:ext>
            </a:extLst>
          </p:cNvPr>
          <p:cNvSpPr txBox="1"/>
          <p:nvPr/>
        </p:nvSpPr>
        <p:spPr>
          <a:xfrm>
            <a:off x="1667429" y="368175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F2F3667-242F-C59C-085E-BEC967D54298}"/>
              </a:ext>
            </a:extLst>
          </p:cNvPr>
          <p:cNvSpPr txBox="1"/>
          <p:nvPr/>
        </p:nvSpPr>
        <p:spPr>
          <a:xfrm>
            <a:off x="1667428" y="384206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BC59B8A-A8A2-3DE7-0833-FAC0E8C4AD99}"/>
              </a:ext>
            </a:extLst>
          </p:cNvPr>
          <p:cNvSpPr txBox="1"/>
          <p:nvPr/>
        </p:nvSpPr>
        <p:spPr>
          <a:xfrm>
            <a:off x="1624577" y="40186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DDB46FF-DA29-A40E-1FFD-61560CCDE110}"/>
              </a:ext>
            </a:extLst>
          </p:cNvPr>
          <p:cNvSpPr txBox="1"/>
          <p:nvPr/>
        </p:nvSpPr>
        <p:spPr>
          <a:xfrm>
            <a:off x="1637384" y="418628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B7D263B-02A7-86F9-620F-2024017308CE}"/>
              </a:ext>
            </a:extLst>
          </p:cNvPr>
          <p:cNvSpPr txBox="1"/>
          <p:nvPr/>
        </p:nvSpPr>
        <p:spPr>
          <a:xfrm>
            <a:off x="1637384" y="43582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3D6B1AB-3076-52ED-5992-3EE6547972D9}"/>
              </a:ext>
            </a:extLst>
          </p:cNvPr>
          <p:cNvSpPr txBox="1"/>
          <p:nvPr/>
        </p:nvSpPr>
        <p:spPr>
          <a:xfrm>
            <a:off x="1750369" y="451855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12F34DC-CDE1-B08A-9A76-085346BE562E}"/>
              </a:ext>
            </a:extLst>
          </p:cNvPr>
          <p:cNvSpPr txBox="1"/>
          <p:nvPr/>
        </p:nvSpPr>
        <p:spPr>
          <a:xfrm>
            <a:off x="1750368" y="46978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750741C-1E22-6D57-B0BB-57A5FE7CFB27}"/>
              </a:ext>
            </a:extLst>
          </p:cNvPr>
          <p:cNvSpPr txBox="1"/>
          <p:nvPr/>
        </p:nvSpPr>
        <p:spPr>
          <a:xfrm>
            <a:off x="1750367" y="4858258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72BEC50-558D-4A17-17DD-7BCE15E77C4B}"/>
              </a:ext>
            </a:extLst>
          </p:cNvPr>
          <p:cNvSpPr txBox="1"/>
          <p:nvPr/>
        </p:nvSpPr>
        <p:spPr>
          <a:xfrm>
            <a:off x="5827452" y="2080028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3B52B50-0A91-7787-6A80-1DB2E5A975ED}"/>
              </a:ext>
            </a:extLst>
          </p:cNvPr>
          <p:cNvSpPr txBox="1"/>
          <p:nvPr/>
        </p:nvSpPr>
        <p:spPr>
          <a:xfrm>
            <a:off x="5863098" y="228150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D1D0DF4-58D1-DE68-69A1-1DC36C9E0332}"/>
              </a:ext>
            </a:extLst>
          </p:cNvPr>
          <p:cNvSpPr txBox="1"/>
          <p:nvPr/>
        </p:nvSpPr>
        <p:spPr>
          <a:xfrm>
            <a:off x="5833390" y="249612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1BA0A68-350E-F4D5-4737-920146F45FAE}"/>
              </a:ext>
            </a:extLst>
          </p:cNvPr>
          <p:cNvSpPr txBox="1"/>
          <p:nvPr/>
        </p:nvSpPr>
        <p:spPr>
          <a:xfrm>
            <a:off x="5827452" y="269753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25A114F-E6DB-D847-1AA1-2CCFA4CDBB94}"/>
              </a:ext>
            </a:extLst>
          </p:cNvPr>
          <p:cNvSpPr txBox="1"/>
          <p:nvPr/>
        </p:nvSpPr>
        <p:spPr>
          <a:xfrm>
            <a:off x="5827452" y="291048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108276C-A1EA-60DB-16AA-C2D31F4B6BB1}"/>
              </a:ext>
            </a:extLst>
          </p:cNvPr>
          <p:cNvSpPr txBox="1"/>
          <p:nvPr/>
        </p:nvSpPr>
        <p:spPr>
          <a:xfrm>
            <a:off x="5960115" y="310745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87B509E-7D75-6DC5-0328-F76699C5278A}"/>
              </a:ext>
            </a:extLst>
          </p:cNvPr>
          <p:cNvSpPr txBox="1"/>
          <p:nvPr/>
        </p:nvSpPr>
        <p:spPr>
          <a:xfrm>
            <a:off x="5960115" y="332074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E4F291B8-3997-85A7-CEBD-782E47FA7922}"/>
              </a:ext>
            </a:extLst>
          </p:cNvPr>
          <p:cNvSpPr txBox="1"/>
          <p:nvPr/>
        </p:nvSpPr>
        <p:spPr>
          <a:xfrm>
            <a:off x="5952902" y="351406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86941EE-B331-55E1-41E7-70D2724E8E6B}"/>
              </a:ext>
            </a:extLst>
          </p:cNvPr>
          <p:cNvSpPr txBox="1"/>
          <p:nvPr/>
        </p:nvSpPr>
        <p:spPr>
          <a:xfrm>
            <a:off x="5960114" y="373208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E50D7EF4-3838-1E2B-BD9F-6567DA22EF73}"/>
              </a:ext>
            </a:extLst>
          </p:cNvPr>
          <p:cNvSpPr txBox="1"/>
          <p:nvPr/>
        </p:nvSpPr>
        <p:spPr>
          <a:xfrm>
            <a:off x="5960114" y="394543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17815C2B-5CA2-5929-9857-78357FADACD2}"/>
              </a:ext>
            </a:extLst>
          </p:cNvPr>
          <p:cNvSpPr txBox="1"/>
          <p:nvPr/>
        </p:nvSpPr>
        <p:spPr>
          <a:xfrm>
            <a:off x="5952902" y="414651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D15A476B-2643-1273-69CF-3A6DA9A9A5F7}"/>
              </a:ext>
            </a:extLst>
          </p:cNvPr>
          <p:cNvSpPr txBox="1"/>
          <p:nvPr/>
        </p:nvSpPr>
        <p:spPr>
          <a:xfrm>
            <a:off x="5945690" y="434590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C4839D8-8C59-17EB-1EC6-2C97698C6AB5}"/>
              </a:ext>
            </a:extLst>
          </p:cNvPr>
          <p:cNvSpPr txBox="1"/>
          <p:nvPr/>
        </p:nvSpPr>
        <p:spPr>
          <a:xfrm>
            <a:off x="5949593" y="455016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37267CA8-D263-CDD0-52A2-D1CC4B37A2D4}"/>
              </a:ext>
            </a:extLst>
          </p:cNvPr>
          <p:cNvSpPr txBox="1"/>
          <p:nvPr/>
        </p:nvSpPr>
        <p:spPr>
          <a:xfrm>
            <a:off x="5919123" y="475899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F14D924-8468-3448-E196-4ADD84128725}"/>
              </a:ext>
            </a:extLst>
          </p:cNvPr>
          <p:cNvSpPr txBox="1"/>
          <p:nvPr/>
        </p:nvSpPr>
        <p:spPr>
          <a:xfrm>
            <a:off x="3053312" y="486187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EB06A62C-2FF6-DDDE-A862-381F7E9BB408}"/>
              </a:ext>
            </a:extLst>
          </p:cNvPr>
          <p:cNvSpPr txBox="1"/>
          <p:nvPr/>
        </p:nvSpPr>
        <p:spPr>
          <a:xfrm>
            <a:off x="7412679" y="4760491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A3DF4E9-F101-A2C7-3FF5-5B8CD61F9D74}"/>
              </a:ext>
            </a:extLst>
          </p:cNvPr>
          <p:cNvSpPr/>
          <p:nvPr/>
        </p:nvSpPr>
        <p:spPr>
          <a:xfrm>
            <a:off x="1750367" y="4758087"/>
            <a:ext cx="3856985" cy="158875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39C06B-B0EC-F00A-158D-7A226B7D1EC8}"/>
              </a:ext>
            </a:extLst>
          </p:cNvPr>
          <p:cNvSpPr/>
          <p:nvPr/>
        </p:nvSpPr>
        <p:spPr>
          <a:xfrm>
            <a:off x="5919123" y="4589706"/>
            <a:ext cx="4483664" cy="200728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E1EBE7F-4277-D1A1-517F-19C4081A728B}"/>
              </a:ext>
            </a:extLst>
          </p:cNvPr>
          <p:cNvSpPr txBox="1"/>
          <p:nvPr/>
        </p:nvSpPr>
        <p:spPr>
          <a:xfrm>
            <a:off x="1624577" y="199035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7ABD812-C1E6-24FF-27C2-D1F538FD5827}"/>
              </a:ext>
            </a:extLst>
          </p:cNvPr>
          <p:cNvSpPr/>
          <p:nvPr/>
        </p:nvSpPr>
        <p:spPr>
          <a:xfrm>
            <a:off x="1716896" y="2041527"/>
            <a:ext cx="3984246" cy="150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944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alpha and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changed every attempt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B90DD7C-2423-496E-0DE6-AD158E8EE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35AD1E7-7054-0E84-F26A-23D6E01AE6A6}"/>
              </a:ext>
            </a:extLst>
          </p:cNvPr>
          <p:cNvSpPr txBox="1"/>
          <p:nvPr/>
        </p:nvSpPr>
        <p:spPr>
          <a:xfrm>
            <a:off x="10022774" y="3890917"/>
            <a:ext cx="2012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0.005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0.075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11E4-9F16-3F6D-137C-9CF78EA8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B46A8E9-5993-E197-79F7-255F4212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7F9A53B-D024-2507-1868-E0E2DAE5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8E2783-9787-CF61-8AA6-CCAC9342C975}"/>
              </a:ext>
            </a:extLst>
          </p:cNvPr>
          <p:cNvSpPr txBox="1"/>
          <p:nvPr/>
        </p:nvSpPr>
        <p:spPr>
          <a:xfrm>
            <a:off x="10022774" y="3890917"/>
            <a:ext cx="2012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0.075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8009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CDF2-1787-2923-729C-55894EDE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57DD8DA-D435-932A-BD6D-240018C3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E359FC5-AF62-5958-1865-A96FBA20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7F3168-E8A0-ADDA-B9F4-793741A1905F}"/>
              </a:ext>
            </a:extLst>
          </p:cNvPr>
          <p:cNvSpPr txBox="1"/>
          <p:nvPr/>
        </p:nvSpPr>
        <p:spPr>
          <a:xfrm>
            <a:off x="10022774" y="3890917"/>
            <a:ext cx="2012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0.0075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2245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734851"/>
              </p:ext>
            </p:extLst>
          </p:nvPr>
        </p:nvGraphicFramePr>
        <p:xfrm>
          <a:off x="958986" y="1713226"/>
          <a:ext cx="10292007" cy="356172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0.005,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0.075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97.29%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1.70%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2.26%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0.075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97.74%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168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10610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188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4565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318760" y="5620344"/>
            <a:ext cx="1554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771</Words>
  <Application>Microsoft Office PowerPoint</Application>
  <PresentationFormat>寬螢幕</PresentationFormat>
  <Paragraphs>231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3/24 個人咪挺 The result of MGD with multiple feature layers</vt:lpstr>
      <vt:lpstr>Notation</vt:lpstr>
      <vt:lpstr>Recall – Result Metric (MMAC)</vt:lpstr>
      <vt:lpstr>Modified Model Structure</vt:lpstr>
      <vt:lpstr>Recall – MGD Process</vt:lpstr>
      <vt:lpstr>Train Setting</vt:lpstr>
      <vt:lpstr>Metric Curve (TDR@FDR=1%)</vt:lpstr>
      <vt:lpstr>Metric Curve (TDR@FDR=1%)</vt:lpstr>
      <vt:lpstr>Metric Curve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96</cp:revision>
  <dcterms:created xsi:type="dcterms:W3CDTF">2025-09-01T15:41:03Z</dcterms:created>
  <dcterms:modified xsi:type="dcterms:W3CDTF">2026-03-24T00:51:23Z</dcterms:modified>
</cp:coreProperties>
</file>