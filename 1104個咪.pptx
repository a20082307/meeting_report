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91" r:id="rId3"/>
    <p:sldId id="289" r:id="rId4"/>
    <p:sldId id="286" r:id="rId5"/>
    <p:sldId id="287" r:id="rId6"/>
    <p:sldId id="29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EEA4-EF2C-12B1-B4B6-5F59F377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AA1F26-6133-392D-D614-8F9E57C5C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BC2F93-0E42-7372-9EC5-7103A78B3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B6290C-DE46-AC15-6C2D-ACA06AF9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846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CA9AB-D073-0B75-1627-6B41BA657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B32348-065E-067A-0C07-D89DD1E4E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01A11B-AD0E-FD1D-2939-5BFDBF060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35278-E5F7-B54A-AA01-EBE141DA5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964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5754D-0B41-F3A2-F923-FEE765B7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B07C2E2-115A-360E-04FE-719548FE0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EFC114-F0B4-1CB5-5D13-3C4194FFF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2AF652-0BBC-EB48-6904-555932FA1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160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061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11/04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KD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成果討論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F1EAD6-CC49-E9B3-CB4A-353D09E55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90688"/>
            <a:ext cx="10058400" cy="45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AFCA-BE2E-CABC-C2A8-4C4EA6A5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19F89-52AD-B445-76D8-1F10CB3D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5116446-8AE7-F2BA-0735-2F507E6A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728" y="365125"/>
            <a:ext cx="5110543" cy="612540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4A54AF9-20D1-F14A-BC7E-47D504A4716E}"/>
              </a:ext>
            </a:extLst>
          </p:cNvPr>
          <p:cNvSpPr/>
          <p:nvPr/>
        </p:nvSpPr>
        <p:spPr>
          <a:xfrm>
            <a:off x="4099456" y="2503861"/>
            <a:ext cx="1644694" cy="282298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684923-69A0-564A-2945-70E716137304}"/>
              </a:ext>
            </a:extLst>
          </p:cNvPr>
          <p:cNvSpPr/>
          <p:nvPr/>
        </p:nvSpPr>
        <p:spPr>
          <a:xfrm>
            <a:off x="4099458" y="2786158"/>
            <a:ext cx="1996542" cy="57073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5B2ACE-3057-D882-AD6D-8BF015C4D9A5}"/>
              </a:ext>
            </a:extLst>
          </p:cNvPr>
          <p:cNvSpPr/>
          <p:nvPr/>
        </p:nvSpPr>
        <p:spPr>
          <a:xfrm>
            <a:off x="4099456" y="3356891"/>
            <a:ext cx="2595915" cy="877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0C8E7A-3300-E18D-5F37-1760F580475D}"/>
              </a:ext>
            </a:extLst>
          </p:cNvPr>
          <p:cNvSpPr/>
          <p:nvPr/>
        </p:nvSpPr>
        <p:spPr>
          <a:xfrm>
            <a:off x="4099456" y="4234470"/>
            <a:ext cx="2055867" cy="146058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26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35B3-2543-ED70-0181-9EC75EA30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76C65A-3A14-A0E4-FE6F-D07AF8222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(Train)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螢幕擷取畫面, 繪圖, 字型 的圖片&#10;&#10;AI 產生的內容可能不正確。">
            <a:extLst>
              <a:ext uri="{FF2B5EF4-FFF2-40B4-BE49-F238E27FC236}">
                <a16:creationId xmlns:a16="http://schemas.microsoft.com/office/drawing/2014/main" id="{025B548A-BF8C-F8B0-958A-AD6ED08A8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988" y="1370982"/>
            <a:ext cx="7316024" cy="548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8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1204E-6E1F-0F46-FE7D-C6C5F420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9CB3DD-9334-9718-0F58-7F407CFE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(Validate)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2A701FC9-2822-C900-76A0-729C74722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371600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60F9A1-B9E4-343D-D6BC-6D1FACC62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Assumption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B6B8CD-A1EB-F2B5-D83E-9E886952E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Projection head wasn’t trained well</a:t>
            </a:r>
          </a:p>
          <a:p>
            <a:endParaRPr lang="en-US" altLang="zh-TW" sz="1000" dirty="0"/>
          </a:p>
          <a:p>
            <a:r>
              <a:rPr lang="en-US" altLang="zh-TW" dirty="0"/>
              <a:t>Conv2d(1x1) doesn’t suit to be projection head</a:t>
            </a:r>
          </a:p>
          <a:p>
            <a:pPr lvl="1">
              <a:buFont typeface="PMingLiU" panose="02020500000000000000" pitchFamily="18" charset="-120"/>
              <a:buChar char="。"/>
            </a:pPr>
            <a:r>
              <a:rPr lang="en-US" altLang="zh-TW" dirty="0"/>
              <a:t>Maybe try </a:t>
            </a:r>
            <a:r>
              <a:rPr lang="en-US" altLang="zh-TW" dirty="0" err="1"/>
              <a:t>nn.Linear</a:t>
            </a:r>
            <a:r>
              <a:rPr lang="en-US" altLang="zh-TW" dirty="0"/>
              <a:t>() ?</a:t>
            </a:r>
          </a:p>
          <a:p>
            <a:pPr lvl="1">
              <a:buFont typeface="PMingLiU" panose="02020500000000000000" pitchFamily="18" charset="-120"/>
              <a:buChar char="。"/>
            </a:pPr>
            <a:endParaRPr lang="en-US" altLang="zh-TW" sz="1000" dirty="0"/>
          </a:p>
          <a:p>
            <a:r>
              <a:rPr lang="en-US" altLang="zh-TW" dirty="0"/>
              <a:t>Pick the wrong feature layer</a:t>
            </a:r>
          </a:p>
          <a:p>
            <a:pPr lvl="1">
              <a:buFont typeface="PMingLiU" panose="02020500000000000000" pitchFamily="18" charset="-120"/>
              <a:buChar char="。"/>
            </a:pPr>
            <a:r>
              <a:rPr lang="en-US" altLang="zh-TW" dirty="0"/>
              <a:t>Maybe try other feature layers ?</a:t>
            </a:r>
          </a:p>
          <a:p>
            <a:pPr lvl="1">
              <a:buFont typeface="PMingLiU" panose="02020500000000000000" pitchFamily="18" charset="-120"/>
              <a:buChar char="。"/>
            </a:pPr>
            <a:endParaRPr lang="en-US" altLang="zh-TW" sz="1050" dirty="0"/>
          </a:p>
          <a:p>
            <a:r>
              <a:rPr lang="en-US" altLang="zh-TW" dirty="0"/>
              <a:t>MobileNet_V3_Small doesn’t have well generalize ability</a:t>
            </a:r>
          </a:p>
          <a:p>
            <a:pPr lvl="1">
              <a:buFont typeface="PMingLiU" panose="02020500000000000000" pitchFamily="18" charset="-120"/>
              <a:buChar char="。"/>
            </a:pPr>
            <a:r>
              <a:rPr lang="en-US" altLang="zh-TW" dirty="0"/>
              <a:t>Since the </a:t>
            </a:r>
            <a:r>
              <a:rPr lang="en-US" altLang="zh-TW" dirty="0" err="1"/>
              <a:t>BCELoss</a:t>
            </a:r>
            <a:r>
              <a:rPr lang="en-US" altLang="zh-TW" dirty="0"/>
              <a:t> in validation is also fluctuate violently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5711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3359</TotalTime>
  <Words>78</Words>
  <Application>Microsoft Office PowerPoint</Application>
  <PresentationFormat>寬螢幕</PresentationFormat>
  <Paragraphs>21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PMingLiU</vt:lpstr>
      <vt:lpstr>標楷體</vt:lpstr>
      <vt:lpstr>Aptos</vt:lpstr>
      <vt:lpstr>Aptos Display</vt:lpstr>
      <vt:lpstr>Arial</vt:lpstr>
      <vt:lpstr>Times New Roman</vt:lpstr>
      <vt:lpstr>Office 佈景主題</vt:lpstr>
      <vt:lpstr>11/04 個人咪挺 KD成果討論</vt:lpstr>
      <vt:lpstr>Recall</vt:lpstr>
      <vt:lpstr>Recall</vt:lpstr>
      <vt:lpstr>Loss Curve (Train)</vt:lpstr>
      <vt:lpstr>Loss Curve (Validate)</vt:lpstr>
      <vt:lpstr>Assumption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45</cp:revision>
  <dcterms:created xsi:type="dcterms:W3CDTF">2025-09-01T15:41:03Z</dcterms:created>
  <dcterms:modified xsi:type="dcterms:W3CDTF">2025-11-03T16:17:46Z</dcterms:modified>
</cp:coreProperties>
</file>