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4" r:id="rId3"/>
    <p:sldId id="302" r:id="rId4"/>
    <p:sldId id="293" r:id="rId5"/>
    <p:sldId id="30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>
      <p:cViewPr>
        <p:scale>
          <a:sx n="150" d="100"/>
          <a:sy n="150" d="100"/>
        </p:scale>
        <p:origin x="62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9DC1-7F7E-3303-CE7A-9B27B26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848899D-4EB5-AABD-EE98-CFF06CE3D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09DCB7-C6EB-F555-2524-616413F2E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4EEE6-C636-DAF1-7720-9CF767700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282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CE3A-07B3-925B-3F06-D2786EC3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315BD5-1006-53B3-454C-E04E1AEA6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0CD0B8-98AB-9361-2A12-9082A719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FAEEE-E48C-4074-9283-394917E8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12/02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 with static factors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（三）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BCELoss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0650-8316-9831-95C6-09789284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B7194D-EBBA-B305-1B9F-103F3258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EB56D0-FAA1-0928-5C36-D7D164787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factor[“BCE”] = 0.2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factor[“logit”] = 0.8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0.25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= 200</a:t>
            </a:r>
          </a:p>
        </p:txBody>
      </p:sp>
    </p:spTree>
    <p:extLst>
      <p:ext uri="{BB962C8B-B14F-4D97-AF65-F5344CB8AC3E}">
        <p14:creationId xmlns:p14="http://schemas.microsoft.com/office/powerpoint/2010/main" val="3708868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4499BAE-086F-47C9-9D5C-AF4F4BB2F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0CD9E85-A492-0C88-D8A5-C4BC2B5E5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FB3A-76CE-7B99-745D-1D95913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35E48-7C99-5711-E8F0-37150E1B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1E7291B-063F-840F-952C-DAE9CF9DF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03913"/>
              </p:ext>
            </p:extLst>
          </p:nvPr>
        </p:nvGraphicFramePr>
        <p:xfrm>
          <a:off x="838200" y="1424723"/>
          <a:ext cx="8603504" cy="5280100"/>
        </p:xfrm>
        <a:graphic>
          <a:graphicData uri="http://schemas.openxmlformats.org/drawingml/2006/table">
            <a:tbl>
              <a:tblPr/>
              <a:tblGrid>
                <a:gridCol w="1651706">
                  <a:extLst>
                    <a:ext uri="{9D8B030D-6E8A-4147-A177-3AD203B41FA5}">
                      <a16:colId xmlns:a16="http://schemas.microsoft.com/office/drawing/2014/main" val="2086435897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3198234377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859500640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3689008080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2940452666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573997578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437075309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1646372051"/>
                    </a:ext>
                  </a:extLst>
                </a:gridCol>
              </a:tblGrid>
              <a:tr h="5923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Epoch</a:t>
                      </a:r>
                      <a:endParaRPr lang="en-US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175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195774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Teacher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61.09%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65.16%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88.24%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72.85%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85.97%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84.62%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55163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64.71%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47.96%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60.18%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75.11%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69.68%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70.59%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78.28%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905824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64.71%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74.66%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70.59%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267708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logit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75.57%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69.68%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70.14%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76.47%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77.83%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81.45%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80.09%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655126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endParaRPr lang="en-US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71.04%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56.11%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68.78%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66.52%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218641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43634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l-P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endParaRPr lang="pl-PL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pl-P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logit</a:t>
                      </a:r>
                      <a:endParaRPr lang="pl-PL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2982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77.38%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76.47%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74.21%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81.90%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912339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l-PL" altLang="zh-TW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KD w/o Adaptive,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pl-PL" altLang="zh-TW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logit</a:t>
                      </a:r>
                    </a:p>
                    <a:p>
                      <a:pPr algn="ctr"/>
                      <a:r>
                        <a:rPr lang="en-US" altLang="zh-TW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factor[“BCE”] = 0.2</a:t>
                      </a:r>
                    </a:p>
                    <a:p>
                      <a:pPr algn="ctr"/>
                      <a:r>
                        <a:rPr lang="en-US" altLang="zh-TW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factor[“logit”] = 0.8</a:t>
                      </a:r>
                    </a:p>
                    <a:p>
                      <a:pPr algn="ctr"/>
                      <a:r>
                        <a:rPr lang="en-US" altLang="zh-TW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Temp = 0.25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66.52%</a:t>
                      </a:r>
                      <a:endParaRPr lang="zh-TW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75.11%</a:t>
                      </a:r>
                      <a:endParaRPr lang="zh-TW" altLang="en-US" sz="900" b="0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72.40%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74.66%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74.21%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74.21%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82.35%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8314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5281992-FD6F-0A44-1D49-FD68E7EAF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3" y="20462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D8DACB-7ACF-6729-1420-ABAC714EB47B}"/>
              </a:ext>
            </a:extLst>
          </p:cNvPr>
          <p:cNvSpPr txBox="1"/>
          <p:nvPr/>
        </p:nvSpPr>
        <p:spPr>
          <a:xfrm>
            <a:off x="9514115" y="1629996"/>
            <a:ext cx="2603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b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Early Stopping / Potential Overfitting point.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b="0" dirty="0">
                <a:effectLst/>
              </a:rPr>
            </a:b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Performance of the Teacher checkpoint used for KD.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b="0" dirty="0">
                <a:effectLst/>
              </a:rPr>
            </a:b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24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Bold/Large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 </a:t>
            </a: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Best performance for the specific model.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dirty="0"/>
            </a:b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498F6CE-1BE6-6F26-19CA-24D765F0D63C}"/>
              </a:ext>
            </a:extLst>
          </p:cNvPr>
          <p:cNvCxnSpPr/>
          <p:nvPr/>
        </p:nvCxnSpPr>
        <p:spPr>
          <a:xfrm>
            <a:off x="838200" y="1424723"/>
            <a:ext cx="1651000" cy="585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77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3403</TotalTime>
  <Words>337</Words>
  <Application>Microsoft Office PowerPoint</Application>
  <PresentationFormat>寬螢幕</PresentationFormat>
  <Paragraphs>119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標楷體</vt:lpstr>
      <vt:lpstr>Aptos</vt:lpstr>
      <vt:lpstr>Aptos Display</vt:lpstr>
      <vt:lpstr>Arial</vt:lpstr>
      <vt:lpstr>Times New Roman</vt:lpstr>
      <vt:lpstr>Office 佈景主題</vt:lpstr>
      <vt:lpstr>12/02 個人咪挺 KD with static factors（三）</vt:lpstr>
      <vt:lpstr>Train Setting</vt:lpstr>
      <vt:lpstr>Train Setting</vt:lpstr>
      <vt:lpstr>Loss Curve</vt:lpstr>
      <vt:lpstr>Result Metric (TDR@FDR=1%)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52</cp:revision>
  <dcterms:created xsi:type="dcterms:W3CDTF">2025-09-01T15:41:03Z</dcterms:created>
  <dcterms:modified xsi:type="dcterms:W3CDTF">2025-12-01T16:48:11Z</dcterms:modified>
</cp:coreProperties>
</file>