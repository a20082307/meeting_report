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337" r:id="rId3"/>
    <p:sldId id="331" r:id="rId4"/>
    <p:sldId id="353" r:id="rId5"/>
    <p:sldId id="354" r:id="rId6"/>
    <p:sldId id="355" r:id="rId7"/>
    <p:sldId id="356" r:id="rId8"/>
    <p:sldId id="357" r:id="rId9"/>
    <p:sldId id="358" r:id="rId10"/>
    <p:sldId id="359" r:id="rId11"/>
    <p:sldId id="360" r:id="rId12"/>
    <p:sldId id="361" r:id="rId13"/>
    <p:sldId id="362" r:id="rId14"/>
    <p:sldId id="363" r:id="rId15"/>
    <p:sldId id="364" r:id="rId16"/>
    <p:sldId id="365" r:id="rId17"/>
    <p:sldId id="366" r:id="rId1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CEF"/>
    <a:srgbClr val="FEE6E8"/>
    <a:srgbClr val="EFF98F"/>
    <a:srgbClr val="FBABB3"/>
    <a:srgbClr val="9FC5E8"/>
    <a:srgbClr val="FCDB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7" autoAdjust="0"/>
    <p:restoredTop sz="97484" autoAdjust="0"/>
  </p:normalViewPr>
  <p:slideViewPr>
    <p:cSldViewPr snapToGrid="0">
      <p:cViewPr varScale="1">
        <p:scale>
          <a:sx n="161" d="100"/>
          <a:sy n="161" d="100"/>
        </p:scale>
        <p:origin x="22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1702F5-EEC7-43F1-8753-E49F1251FB00}" type="datetimeFigureOut">
              <a:rPr lang="zh-TW" altLang="en-US" smtClean="0"/>
              <a:t>2026/7/14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36AB37-21CE-43C9-98D2-EEC12DC16F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3048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E8ABE-A3F3-370D-4E0A-AF7411B8F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87137F6-E3AF-8AD6-0526-769099761A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09D9DCA-00CF-A742-366B-DE7DE6E817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4CE16DF-75E9-2FEE-4E38-0FCD51FD8B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06214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82C8B-0BE6-A698-FB0B-3AF6CDE0F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C7A413E-FF77-ED69-C978-D9424F782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0D5ED08-2A85-1656-52C3-1001481A8A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15FA1E1-DD64-AE1E-B96F-5DC1BAB6E4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84255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98226-C105-D784-11F2-40BBD007E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7E7986B-4071-3144-2EBE-25802045D0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0DEDB1D-3B04-6D46-14F7-1A6BA2B80B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E2B54F8-41F0-AC12-1EB8-B9FD6FFEC5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10599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66DBE-94EE-E8F2-B730-82E584833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54CB256-5209-ED19-0D68-12D9BE1FEE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6559065-7B72-38B3-8DBC-6A11247D84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BBA3504-DDEA-556E-B78C-42A5960A12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00299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FDF4D-8463-804C-8B2A-E0C789D50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9972947-6F4D-492C-2052-FD2DF46254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42422C1-6058-5EE2-6133-4D9B640E45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396D6FD-0084-BA58-77DC-98C73253BC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25889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5DAAB-3B20-A90D-CBDD-CDE3F7E26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B1212E2-6AFD-C0B1-2AD4-969939FDF6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6259420-0BDA-490A-F83C-4F1A1CFD27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57F9215-E3F8-A582-D475-1981E1B790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09049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189B6-9A07-5824-48DF-15CC798A3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CCB0E10-E087-C242-107F-AD55A9373C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26ADB19-628D-CA4B-4241-9F712EBB2E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B2AF9D4-B617-ABE0-D58E-6CD168D0F5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27473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2D3B4-C100-EE5F-5F48-E52C57DCD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7D4B31A-3AA8-969A-2604-3AB7F242E6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A3468E3-FF6F-AC20-99E0-B8B40DA3AE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CA9C422-2D4C-AE4F-8048-9BF1299715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16100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78669-A5B7-FB03-E3EE-48CB71E55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45677D7-BE46-99E7-91F5-DA3445A6FC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D6A0481-8201-DFC0-5D71-844B1EBEA6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865AB33-86D8-8481-9051-0B1D935276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12872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3A372-81B4-0AA0-69F3-F6D96B4F0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F793A-DDE3-1847-D317-B361C6D5C2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4B42EE5-F0BB-BBAE-A472-050500E131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C56E169-B19C-07F6-A317-69D9DEDF00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488993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C9041-6FA0-E83E-08D9-0CEB30C9A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6D8BE2F-BE0D-192A-B2A5-561D1E860D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C9C0E8C-B303-1EC0-33F7-C267A54106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B0FBD74-D99C-7490-FA40-89A8262029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74803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FCABF-F160-5BD3-0BF2-0EF53FA5C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452F38E-FA72-7A76-19FE-08DE8BC0BF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50B4411-F197-C9EF-A241-22F3441340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F6F1F73-216F-C68C-8FE0-4EB02F4167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1496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C060E-74EA-A5CD-7A8B-284C0BA65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BAB345F-BADA-B30E-0C69-F5E0B13604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5307C05-FD4C-2402-62AF-52D6542669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B34359A-3D70-A127-B13D-F343EC4CF2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36921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8F8CE-C1AD-2C47-7D2B-A7643F974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0DCC32C-0E61-0276-E942-2FB48328BD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80063FB-B093-33B7-0C69-E193FAB6B8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F575C1C-5477-269F-7787-50684EFEC9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78643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C49A0-54FF-4E66-8D43-A33F6D3ED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FCCF267-2D69-AC0A-4AF7-43116E52A9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1D634FA-9B22-8659-AA1A-8B50D5A529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AFDDBCF-F1D1-8FEE-6A21-4E8687B2A0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96431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517A2-8857-4084-359B-DE1D82E0F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5DD7276-6ECB-A809-EF5D-52BE270EB8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DDCC211-3161-42FE-708D-C81458ABBD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B3EAC34-DEAB-2E3C-55A0-758C129893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8442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D4DCBA-51AC-D91B-47BB-225CDD2CAE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BD35443-63AB-3EC9-4C95-14517F26F5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E7DC0BC-8B6B-5D06-F648-6BEC56232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2026/7/14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A1CF83-B8C3-0527-DB73-39EF864D5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3C2DC4-176A-869E-5524-2BB4AC92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5278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CE5284-E6A7-DB8E-F4AD-683E72284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C3518F-E7CF-A5A9-772C-686B8E761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12D7864-750A-0C68-0679-1E0658508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2026/7/14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7D2C57-3681-4A39-E0B0-4A4A93864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E25840A-99A4-0733-D2A5-3C6DA7AB0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1991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2A5DA9-35BA-51E2-0602-E45F73A0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970AA28-5A70-EF53-8E37-3BBF60A72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E086CC4-5AE6-24A5-8E01-5AA15EE9E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2026/7/14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E24F4A-A52C-43FE-C759-83753D3DA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19929D9-41D6-A96B-F658-3093CF768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4134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667688-E3C2-365B-E7B1-3A09A26F3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B6CCC1-A33B-201B-5126-CC5DF3A3AE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EDB83EA-3693-E5A1-4DA0-D7C260403D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8A9F6EB-DF8A-7785-28B5-E1DD7893C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2026/7/14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B4D81CD-4A15-EB38-5E54-9CF64E96B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07FE8CD-30B4-82D9-6A3D-B5B7948D7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7338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8288C8-1A78-D9CD-48BD-C78FC8C85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3F2DA23-D978-4625-4958-134BDCAE9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A290B02-5C50-D04F-76AD-4D18BB038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D1D64ED-6A45-9F9E-18DB-FAFE0C0478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5BFBE9D-957A-678B-4E8F-6BF86C2A03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4BA2C9A-E056-8B84-773D-956B58F4A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2026/7/14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52D1E4F-C411-E9C1-184F-C47589427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52ED124-F997-8EDB-DC6D-5791A1277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375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578DDD-85A0-8A88-85BC-77BC25968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D3DC6CF-DE9A-8D77-4454-27F7EC81C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2026/7/14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63892C1-B560-38AF-0E46-C7384C100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8D7D0F1-C437-5040-82FC-AEB9ADA05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2108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2FC309F-5D21-2DC0-2299-EECC9A91B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2026/7/14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B7DFA01-E969-6DD8-CB5B-DDAB9A55D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E4946CC-D32E-B973-93C3-DF7B666B5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2354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0BF451-5FC6-82F6-637D-0F7A83332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D9D7F59-F1BE-F3D4-37A5-69E826EB8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A7818BD-75ED-0ED7-9684-90CF26D31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059D47E-1CD2-7F02-8736-BEA8066F9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2026/7/14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4970CE9-FE59-884B-AA87-6525267E3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98824D4-B6A6-7EC0-3559-C0116A43D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356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B3BD5F-7280-1728-56F0-858936365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0250C36-27A7-A928-3E18-262A19162A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326AF92-F7AE-DFE9-668F-2301504B8A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265A76F-A3EE-A51A-DFE1-4ED26DB12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2026/7/14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A6173AB-9719-AA37-2A31-BF074D476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61EE834-E54F-316C-CB95-5DEDD844F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3299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FFA9E8-094A-D4BE-26F7-3C24200EF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6962626-7AC7-B1E5-C4CC-9DEEDC124D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C26FA6-3AB6-5F0F-96BC-7C1E58F0E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2026/7/14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79942ED-8906-52F9-E382-E7C8FEF53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2B9C5B7-32BF-6057-C07A-F35836BF1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1324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563645D-7CB2-6F76-9456-8622C20F0E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2D5E55E-6695-B7B7-9C3E-81A7FA8CE0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C7D1E62-79D6-81D5-417F-04A18360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2026/7/14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77AB272-8120-A724-2DD5-02DF78AAD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95E0427-9A80-23C2-23DD-0E0788B5D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2078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FC02BF7-E234-88FF-25C1-67A0168DB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FF9B0BC-6ECF-7838-6875-F96D7CEC2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6892DF-9D40-70F0-ADDE-D0298766F7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697C4A-BE63-4EF5-B0E1-B2249042B5A8}" type="datetimeFigureOut">
              <a:rPr lang="zh-TW" altLang="en-US" smtClean="0"/>
              <a:t>2026/7/14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584B6F0-6550-3CE3-1E23-FA4AEE9213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81F80E-2576-6419-3956-6B702AF862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8301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6E718C-0417-3EF3-A019-EEE0579E7A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8438" y="2672204"/>
            <a:ext cx="9015124" cy="1513592"/>
          </a:xfrm>
        </p:spPr>
        <p:txBody>
          <a:bodyPr anchor="ctr">
            <a:noAutofit/>
          </a:bodyPr>
          <a:lstStyle/>
          <a:p>
            <a:r>
              <a:rPr lang="en-US" altLang="zh-TW" sz="4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Tenstorrent</a:t>
            </a:r>
            <a: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Progress Report</a:t>
            </a:r>
            <a:br>
              <a:rPr lang="en-US" altLang="zh-TW" sz="4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7/14 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林家逸</a:t>
            </a:r>
          </a:p>
        </p:txBody>
      </p:sp>
    </p:spTree>
    <p:extLst>
      <p:ext uri="{BB962C8B-B14F-4D97-AF65-F5344CB8AC3E}">
        <p14:creationId xmlns:p14="http://schemas.microsoft.com/office/powerpoint/2010/main" val="2575684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CBF25-233E-9E51-1CBC-286409750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C0F3D0-81AA-A439-6FB7-C8618E068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B0CD45B-B672-2873-6CD1-3463E048A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38536" cy="4351338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distributed program dispatch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eltwise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</a:p>
        </p:txBody>
      </p:sp>
    </p:spTree>
    <p:extLst>
      <p:ext uri="{BB962C8B-B14F-4D97-AF65-F5344CB8AC3E}">
        <p14:creationId xmlns:p14="http://schemas.microsoft.com/office/powerpoint/2010/main" val="1639016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D6E14-5370-BC34-8F78-D2E2BF873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0872B2-61CA-5279-C021-3F3A2EC54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pPr algn="ctr"/>
            <a:r>
              <a:rPr lang="zh-TW" altLang="zh-TW" dirty="0"/>
              <a:t>Distributed Program Dispatch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ECB3496-322A-87A0-4255-7D402C467F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9071" y="930432"/>
            <a:ext cx="5542929" cy="5927568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01AC14E3-85A3-F1AF-74DB-D65B022CD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392482"/>
            <a:ext cx="5257800" cy="3003467"/>
          </a:xfrm>
        </p:spPr>
        <p:txBody>
          <a:bodyPr>
            <a:normAutofit/>
          </a:bodyPr>
          <a:lstStyle/>
          <a:p>
            <a:r>
              <a:rPr lang="zh-TW" altLang="zh-TW" sz="2400" dirty="0"/>
              <a:t>Demonstrates multi-device program dispatch across eight devices (Wormhole chips) arranged in a 2 × 4 mesh</a:t>
            </a:r>
            <a:endParaRPr lang="en-US" altLang="zh-TW" sz="2400" dirty="0"/>
          </a:p>
          <a:p>
            <a:r>
              <a:rPr lang="zh-TW" altLang="zh-TW" sz="2400" dirty="0"/>
              <a:t>The kernel has no data input or output and performs no numerical computation; it only prints a debug message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1009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8B05D-DA8C-5064-B860-868E323C2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147536-32C5-5CE6-647C-C40C63E35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snippet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E7C0AEB-D9C1-A48E-0593-F0732817E2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0210" y="4330596"/>
            <a:ext cx="5891578" cy="2178489"/>
          </a:xfrm>
          <a:prstGeom prst="rect">
            <a:avLst/>
          </a:prstGeom>
        </p:spPr>
      </p:pic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656A622B-DCBA-537A-D6ED-A920CE848391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93853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TW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reates a logical mesh containing eight devices arranged as two rows and four columns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an empty TT-Metal Program for a single device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describes what should run on 1 device, including kernels, target </a:t>
            </a:r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Tensix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cores, circular buffers and compile-time/runtime arguments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TW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efine a rectangular 2×2 range of Tensix cores inside each device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50845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E41B7-4216-8081-F72E-ED3C9BEC7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8CE769-2639-CE8C-2470-30BFF997B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snippet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07396CD-6635-FA46-3D4B-EDDF33AE13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2660" y="4420380"/>
            <a:ext cx="6746678" cy="1756583"/>
          </a:xfrm>
          <a:prstGeom prst="rect">
            <a:avLst/>
          </a:prstGeom>
        </p:spPr>
      </p:pic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63F045F-6AC3-2924-0AD3-3F3F5AD37B2F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93853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</a:t>
            </a:r>
            <a:r>
              <a:rPr lang="en-US" altLang="zh-TW" sz="2400" dirty="0">
                <a:highlight>
                  <a:srgbClr val="E6ECE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void_kernel.cpp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 compute kernel in </a:t>
            </a:r>
            <a:r>
              <a:rPr lang="en-US" altLang="zh-TW" sz="2400" dirty="0" err="1">
                <a:highlight>
                  <a:srgbClr val="E6ECE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example_program</a:t>
            </a:r>
            <a:endParaRPr lang="en-US" altLang="zh-TW" sz="2400" dirty="0">
              <a:highlight>
                <a:srgbClr val="E6ECE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compile-time arguments are required in this example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 runtime arguments to the compute kernel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argument vector is empty because </a:t>
            </a:r>
            <a:r>
              <a:rPr lang="en-US" altLang="zh-TW" sz="2000" dirty="0">
                <a:highlight>
                  <a:srgbClr val="E6ECE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void_kernel.cpp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doesn’t require any input parameters</a:t>
            </a:r>
          </a:p>
          <a:p>
            <a:pPr lvl="1"/>
            <a:r>
              <a:rPr lang="en-US" altLang="zh-TW" sz="2000" dirty="0" err="1">
                <a:highlight>
                  <a:srgbClr val="E6ECE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SetRuntimeArgs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applies the same runtime arguments to the kernel on every core in </a:t>
            </a:r>
            <a:r>
              <a:rPr lang="en-US" altLang="zh-TW" sz="2000" dirty="0" err="1">
                <a:highlight>
                  <a:srgbClr val="E6ECE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target_tensix_cores</a:t>
            </a:r>
            <a:endParaRPr lang="en-US" altLang="zh-TW" sz="2000" dirty="0">
              <a:highlight>
                <a:srgbClr val="E6ECE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70AD705E-F971-73AF-032E-5846E2457A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0162" y="274052"/>
            <a:ext cx="4021838" cy="1051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057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BBFA4-F814-14F6-FCA7-F10F6BC80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9FDE33-A10B-FD83-26C4-0E8436CFC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snippet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F6502BAF-BE1F-DEB6-BA5D-216FD8BE34C3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93853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mesh workload described which devices run each Program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 the program to all devices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 the workload asynchronously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FC9C319-13E4-19C0-0258-D0456FBF52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7653" y="3604854"/>
            <a:ext cx="5496692" cy="257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487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CC89A-39A9-AF27-83F0-6A2D9ECE7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D53B0EF-81FC-3C47-ED68-F28041CE7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5683BA1-6644-AD70-9872-1CB72C3FE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38536" cy="4351338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program dispatch</a:t>
            </a:r>
          </a:p>
          <a:p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distributed</a:t>
            </a:r>
            <a:r>
              <a:rPr lang="zh-TW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eltwise</a:t>
            </a:r>
            <a:r>
              <a:rPr lang="zh-TW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</a:p>
        </p:txBody>
      </p:sp>
    </p:spTree>
    <p:extLst>
      <p:ext uri="{BB962C8B-B14F-4D97-AF65-F5344CB8AC3E}">
        <p14:creationId xmlns:p14="http://schemas.microsoft.com/office/powerpoint/2010/main" val="4067471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D45C9-3682-61B0-B64E-8E28DC947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583B8E-F7A3-11D9-3B17-D465EC08D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pPr algn="ctr"/>
            <a:r>
              <a:rPr lang="en-US" altLang="zh-TW" dirty="0"/>
              <a:t>Distributed </a:t>
            </a:r>
            <a:r>
              <a:rPr lang="en-US" altLang="zh-TW" dirty="0" err="1"/>
              <a:t>Eltwise</a:t>
            </a:r>
            <a:r>
              <a:rPr lang="en-US" altLang="zh-TW" dirty="0"/>
              <a:t> Add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F4448DA-3332-09C9-060C-19D85BB2D7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927266"/>
            <a:ext cx="10515599" cy="3438818"/>
          </a:xfrm>
        </p:spPr>
        <p:txBody>
          <a:bodyPr>
            <a:normAutofit/>
          </a:bodyPr>
          <a:lstStyle/>
          <a:p>
            <a:r>
              <a:rPr lang="en-US" altLang="zh-TW" sz="2400" dirty="0"/>
              <a:t>The example demonstrates distributed element-wise addition across a 2x4 mesh of devices: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TW" sz="2000" dirty="0"/>
              <a:t>Allocating distributed buffers that automatically shard data across the mesh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TW" sz="2000" dirty="0"/>
              <a:t>Initializing and distributing input data to each device's local memory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TW" sz="2000" dirty="0"/>
              <a:t>Executing a distributed compute kernel that performs element-wise addition in parallel across all devices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TW" sz="2000" dirty="0"/>
              <a:t>Gathering and validating the results from the distributed computation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device receives one 32x32 BF16 tile and compute the addition independently</a:t>
            </a:r>
          </a:p>
        </p:txBody>
      </p:sp>
    </p:spTree>
    <p:extLst>
      <p:ext uri="{BB962C8B-B14F-4D97-AF65-F5344CB8AC3E}">
        <p14:creationId xmlns:p14="http://schemas.microsoft.com/office/powerpoint/2010/main" val="4183178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1FFF4-F9D2-6EE5-AE5F-CE30A0BE0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8A9127-17CF-251C-9C19-DFA8B0203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snippet –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Eltwise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 Program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7F26C6C2-4B3A-5F93-20DE-BD4B37C3736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93853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function constructs the program that will run on one device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400" dirty="0">
                <a:highlight>
                  <a:srgbClr val="E6ECE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a, b, c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the distributed input/output buffer</a:t>
            </a:r>
            <a:b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400" dirty="0" err="1">
                <a:highlight>
                  <a:srgbClr val="E6ECE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tile_size_bytes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size of one BF16 tile</a:t>
            </a:r>
            <a:b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400" dirty="0" err="1">
                <a:highlight>
                  <a:srgbClr val="E6ECE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num_tiles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number of tiles processed by each device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an empty single-device program and setup latterly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one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Tensix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core on each device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CDD25CC-9D72-AB4E-133E-4E18C6EF33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3671" y="4551831"/>
            <a:ext cx="4704656" cy="192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243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AF08B-30DF-393F-BA4E-4015F226A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E90ABD-37B9-ADF0-B92D-16D48BAE8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snippet –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Eltwise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 Program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1162E2A2-54A3-FFC4-175D-55DFCA64DF81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93853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the circular buffer for input A/B, its configuration is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Circular buffer ID	: c_0 / c_1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Capacity		: 1 tile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size		: 1 tile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format		: BF16</a:t>
            </a: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D0E2709-6A15-684E-CEC2-378E02D751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993" y="4208153"/>
            <a:ext cx="6926949" cy="2649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0084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23720-1208-2CE6-B109-2229DCC24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95BF17-A3BF-6DE6-4359-EB01C1591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snippet –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Eltwise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 Program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F37440CF-061D-2628-D748-915701C270B6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93853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the circular buffer for output C, its configuration is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Circular buffer ID	: c_16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Capacity		: 1 tile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size		: 1 tile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format		: BF16</a:t>
            </a: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B5B444C-5E45-17B2-D900-945F6803AF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4520" y="4881382"/>
            <a:ext cx="7582958" cy="1295581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9D4D66FD-CC12-05A3-36C6-CCC1E05188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0013" y="3045844"/>
            <a:ext cx="4314929" cy="766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4283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65A7B-A548-1127-2D4F-A74038E94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5AE0C1-90C7-79D2-06AB-D7045F4E0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snippet –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Eltwise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 Program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25136ADD-1698-BF04-5DFE-1A8D1BED9869}"/>
              </a:ext>
            </a:extLst>
          </p:cNvPr>
          <p:cNvSpPr txBox="1">
            <a:spLocks/>
          </p:cNvSpPr>
          <p:nvPr/>
        </p:nvSpPr>
        <p:spPr>
          <a:xfrm>
            <a:off x="838199" y="2034950"/>
            <a:ext cx="4142874" cy="4016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the compute kernel</a:t>
            </a:r>
          </a:p>
          <a:p>
            <a:pPr lvl="1"/>
            <a:r>
              <a:rPr lang="en-US" altLang="zh-TW" sz="2000" dirty="0">
                <a:highlight>
                  <a:srgbClr val="E6ECE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HiFi4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High math fidelity</a:t>
            </a:r>
          </a:p>
          <a:p>
            <a:pPr lvl="1"/>
            <a:r>
              <a:rPr lang="zh-TW" altLang="zh-TW" sz="2000" dirty="0"/>
              <a:t>FP32 destination accumulation is disabled</a:t>
            </a:r>
            <a:endParaRPr lang="en-US" altLang="zh-TW" sz="2000" dirty="0"/>
          </a:p>
          <a:p>
            <a:pPr lvl="1"/>
            <a:r>
              <a:rPr lang="en-US" altLang="zh-TW" sz="2000" dirty="0"/>
              <a:t>A</a:t>
            </a:r>
            <a:r>
              <a:rPr lang="zh-TW" altLang="zh-TW" sz="2000" dirty="0"/>
              <a:t>pproximate math mode is disabled</a:t>
            </a:r>
            <a:endParaRPr lang="en-US" altLang="zh-TW" sz="2000" dirty="0"/>
          </a:p>
          <a:p>
            <a:pPr lvl="1"/>
            <a:r>
              <a:rPr lang="en-US" altLang="zh-TW" sz="2000" dirty="0"/>
              <a:t>T</a:t>
            </a:r>
            <a:r>
              <a:rPr lang="zh-TW" altLang="zh-TW" sz="2000" dirty="0"/>
              <a:t>he selected element-wise operation is addition</a:t>
            </a:r>
            <a:endParaRPr lang="en-US" altLang="zh-TW" sz="2000" dirty="0"/>
          </a:p>
          <a:p>
            <a:pPr marL="457200" indent="-457200">
              <a:buFont typeface="+mj-lt"/>
              <a:buAutoNum type="arabicPeriod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runtime arguments for the 3 kernels and return the completed program</a:t>
            </a: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65438DC-4BBA-D602-CDCD-EDAB61B873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5358" y="1959371"/>
            <a:ext cx="7106642" cy="3791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3184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B6FDB-6388-DFD1-481C-CDF967445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1CC136-56F9-8B43-AE3A-344E3DEFE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snippet – Main function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F82CDFB7-01B3-1BD9-7B62-2E4D1988DA3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93853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each resource the main function will use</a:t>
            </a:r>
          </a:p>
          <a:p>
            <a:r>
              <a:rPr lang="en-US" altLang="zh-TW" sz="2400" dirty="0"/>
              <a:t>E</a:t>
            </a:r>
            <a:r>
              <a:rPr lang="zh-TW" altLang="zh-TW" sz="2400" dirty="0"/>
              <a:t>ight devices (Wormhole chips) arranged in a 2 × 4 mesh</a:t>
            </a:r>
            <a:endParaRPr lang="en-US" altLang="zh-TW" sz="2400" dirty="0"/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data distributed to one devices has 32x32 BF16 elements</a:t>
            </a: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055284BE-0953-F259-FB1F-9A248620DB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4493" y="3903837"/>
            <a:ext cx="7783011" cy="2124371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CA4275F6-D8DD-520E-F8BF-D64B530173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206" y="1825625"/>
            <a:ext cx="2724530" cy="252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3593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CDA6D-A60B-277B-BA53-19528C126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37C63-1F93-95A6-BF47-F63B794D0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snippet – Main function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5234BF9B-2AC0-7CBD-80D1-EC1EBE9BF450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93853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 the local/global distributed buffers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distributed input and output buffers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82FDEA7-5EFC-B2EB-28AC-D92ED8E97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4493" y="3366696"/>
            <a:ext cx="7783011" cy="281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3952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D4FF5-0281-C9EC-017E-8126BF03F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1FE1FC-0D02-A261-17A7-A24CF541D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snippet – Main function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AAAC1493-911C-F112-1084-0E708B47D630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93853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the input data on the host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the global input data to the mesh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86B864E-AC21-1869-2DF7-984800FBC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2598" y="4001294"/>
            <a:ext cx="7706801" cy="214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1398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FBF2C-6166-FBAD-90DD-5B23364E5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42A7DA-2100-2AD1-87B6-5A1587BC7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snippet – Main function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D8B7A07D-A5D6-032C-4305-62DF3DA71405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93853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the introduced function to create the single-device addition program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mesh workload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Broadcast the program to all devices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device executes local C tile = local A tile + local B tile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an SPMD-style execution model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39C62EC-A0D7-8EB9-D373-EA7132008C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3863" y="4271697"/>
            <a:ext cx="5344271" cy="190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1535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AEDF1-5C13-2B68-5182-745F947E6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3FF433-CFC9-394B-5E16-0F629FE7D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snippet – Main function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08D1EE0E-1132-0B2B-5933-E5310D27AA7C}"/>
              </a:ext>
            </a:extLst>
          </p:cNvPr>
          <p:cNvSpPr txBox="1">
            <a:spLocks/>
          </p:cNvSpPr>
          <p:nvPr/>
        </p:nvSpPr>
        <p:spPr>
          <a:xfrm>
            <a:off x="838199" y="2542901"/>
            <a:ext cx="4732421" cy="28012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the distributed result back to the host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the device result with the expected result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 the verification result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an error if verification fails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CC45C33-156A-4E7B-7F7D-2801D3EF70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7771" y="1325563"/>
            <a:ext cx="6474229" cy="5235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453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6517</TotalTime>
  <Words>670</Words>
  <Application>Microsoft Office PowerPoint</Application>
  <PresentationFormat>寬螢幕</PresentationFormat>
  <Paragraphs>93</Paragraphs>
  <Slides>17</Slides>
  <Notes>16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Times New Roman</vt:lpstr>
      <vt:lpstr>Office 佈景主題</vt:lpstr>
      <vt:lpstr>Tenstorrent Progress Report 7/14 林家逸</vt:lpstr>
      <vt:lpstr>Outline</vt:lpstr>
      <vt:lpstr>Distributed Program Dispatch</vt:lpstr>
      <vt:lpstr>code snippet</vt:lpstr>
      <vt:lpstr>code snippet</vt:lpstr>
      <vt:lpstr>code snippet</vt:lpstr>
      <vt:lpstr>Outline</vt:lpstr>
      <vt:lpstr>Distributed Eltwise Add</vt:lpstr>
      <vt:lpstr>code snippet – Eltwise Add Program</vt:lpstr>
      <vt:lpstr>code snippet – Eltwise Add Program</vt:lpstr>
      <vt:lpstr>code snippet – Eltwise Add Program</vt:lpstr>
      <vt:lpstr>code snippet – Eltwise Add Program</vt:lpstr>
      <vt:lpstr>code snippet – Main function</vt:lpstr>
      <vt:lpstr>code snippet – Main function</vt:lpstr>
      <vt:lpstr>code snippet – Main function</vt:lpstr>
      <vt:lpstr>code snippet – Main function</vt:lpstr>
      <vt:lpstr>code snippet – Main function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林家逸</dc:creator>
  <cp:lastModifiedBy>林家逸</cp:lastModifiedBy>
  <cp:revision>162</cp:revision>
  <dcterms:created xsi:type="dcterms:W3CDTF">2025-09-01T15:41:03Z</dcterms:created>
  <dcterms:modified xsi:type="dcterms:W3CDTF">2026-07-14T00:50:20Z</dcterms:modified>
</cp:coreProperties>
</file>