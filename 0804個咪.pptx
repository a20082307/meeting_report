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1" r:id="rId3"/>
    <p:sldId id="340" r:id="rId4"/>
    <p:sldId id="349" r:id="rId5"/>
    <p:sldId id="320" r:id="rId6"/>
    <p:sldId id="366" r:id="rId7"/>
    <p:sldId id="350" r:id="rId8"/>
    <p:sldId id="360" r:id="rId9"/>
    <p:sldId id="34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1E46-A021-DFAF-F2EC-2BC540B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0B80D8-54EB-65BB-AF41-708F4CDF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0869F6-5E47-4573-E513-23576574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15167-3A2C-A49D-CF95-6E6095011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6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8/4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different random seed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(5-stage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(4-stage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BBA14E-C6CB-A98D-46B7-1A68C0DE1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98368"/>
              </p:ext>
            </p:extLst>
          </p:nvPr>
        </p:nvGraphicFramePr>
        <p:xfrm>
          <a:off x="838201" y="4329599"/>
          <a:ext cx="10183367" cy="1848796"/>
        </p:xfrm>
        <a:graphic>
          <a:graphicData uri="http://schemas.openxmlformats.org/drawingml/2006/table">
            <a:tbl>
              <a:tblPr/>
              <a:tblGrid>
                <a:gridCol w="1460832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SE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both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13..76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23.59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57B6-AB0B-90FC-F346-8075183E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627B6-FCB1-C610-8310-FF3F15B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- Logit Loss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logits from the teacher and student are first converted into softened probability distributions using temperature-scaled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KL divergence is used to measure the difference between the two distributions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𝑙𝑜𝑔𝑖𝑡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sub>
                            </m:sSub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final loss then become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𝐵𝐶𝐸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𝑀𝐺𝐷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𝑙𝑜𝑔𝑖𝑡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  <a:blipFill>
                <a:blip r:embed="rId3"/>
                <a:stretch>
                  <a:fillRect l="-812" t="-16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40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[2422, 7878]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128,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= 0.05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0276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= 2422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96.83%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seed = 7878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96.83%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7301BC1A-C3A3-CDDA-5A8E-F7FEB0B2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9000"/>
            <a:ext cx="6088636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C17B402-8013-A3A1-8BF8-5C24DE8EC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9000"/>
            <a:ext cx="6123429" cy="360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0C30099-0FDA-E51B-6F55-E872F0275EC6}"/>
              </a:ext>
            </a:extLst>
          </p:cNvPr>
          <p:cNvSpPr txBox="1"/>
          <p:nvPr/>
        </p:nvSpPr>
        <p:spPr>
          <a:xfrm>
            <a:off x="2254192" y="5148443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seed = 2422</a:t>
            </a:r>
            <a:endParaRPr lang="zh-TW" altLang="en-US" sz="1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837DCB0-FFDF-6969-857C-6CF2BA478BEC}"/>
              </a:ext>
            </a:extLst>
          </p:cNvPr>
          <p:cNvSpPr txBox="1"/>
          <p:nvPr/>
        </p:nvSpPr>
        <p:spPr>
          <a:xfrm>
            <a:off x="8332796" y="5148443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seed = 7878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004950"/>
              </p:ext>
            </p:extLst>
          </p:nvPr>
        </p:nvGraphicFramePr>
        <p:xfrm>
          <a:off x="847545" y="2133037"/>
          <a:ext cx="10496910" cy="4359838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≥ 85.11%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3.489%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6.033%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0.956%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zh-TW" sz="2400">
                          <a:effectLst/>
                        </a:rPr>
                        <a:t> 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1.02%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5.36%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4.38%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en-US" altLang="zh-TW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logit loss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hd=128, wm=0.45,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w/o logit loss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0.05, 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seed = 42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97.74%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0.05, 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seed = 2422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96.83%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781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0.05, 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seed = 7878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96.83%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48322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46289"/>
              </p:ext>
            </p:extLst>
          </p:nvPr>
        </p:nvGraphicFramePr>
        <p:xfrm>
          <a:off x="4687479" y="525469"/>
          <a:ext cx="6427828" cy="1154871"/>
        </p:xfrm>
        <a:graphic>
          <a:graphicData uri="http://schemas.openxmlformats.org/drawingml/2006/table">
            <a:tbl>
              <a:tblPr/>
              <a:tblGrid>
                <a:gridCol w="776988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130168">
                  <a:extLst>
                    <a:ext uri="{9D8B030D-6E8A-4147-A177-3AD203B41FA5}">
                      <a16:colId xmlns:a16="http://schemas.microsoft.com/office/drawing/2014/main" val="1702837592"/>
                    </a:ext>
                  </a:extLst>
                </a:gridCol>
              </a:tblGrid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0.75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</a:t>
                      </a: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</a:t>
                      </a: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zh-TW" alt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475.95 K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306.41 K (-35.6%)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150.78 K (-68.3%)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130.36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109.97 K (-76.9%)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10.07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7.41 M (-26.4%)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 M (-63.5%)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3.31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67.1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2.88 M (-71.4%)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3126BE-CAC8-4707-810E-5EE0B500C660}">
  <we:reference id="4b785c87-866c-4bad-85d8-5d1ae467ac9a" version="3.26.0.0" store="EXCatalog" storeType="EXCatalog"/>
  <we:alternateReferences>
    <we:reference id="WA104381909" version="3.26.0.0" store="zh-TW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6396</TotalTime>
  <Words>916</Words>
  <Application>Microsoft Office PowerPoint</Application>
  <PresentationFormat>寬螢幕</PresentationFormat>
  <Paragraphs>181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8/4 個人咪挺 Results of different random seed</vt:lpstr>
      <vt:lpstr>Modified MobileNet Model Structure</vt:lpstr>
      <vt:lpstr>Modified vs. Custom Bneck Structure</vt:lpstr>
      <vt:lpstr>Current Model Type</vt:lpstr>
      <vt:lpstr>Recall – MGD Process</vt:lpstr>
      <vt:lpstr>Recall - Logit Loss</vt:lpstr>
      <vt:lpstr>Train Setting I.</vt:lpstr>
      <vt:lpstr>Metric Curve (TDR@FDR=1%)</vt:lpstr>
      <vt:lpstr>Result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169</cp:revision>
  <dcterms:created xsi:type="dcterms:W3CDTF">2025-09-01T15:41:03Z</dcterms:created>
  <dcterms:modified xsi:type="dcterms:W3CDTF">2026-08-03T17:44:05Z</dcterms:modified>
</cp:coreProperties>
</file>