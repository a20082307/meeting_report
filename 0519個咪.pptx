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1" r:id="rId3"/>
    <p:sldId id="340" r:id="rId4"/>
    <p:sldId id="346" r:id="rId5"/>
    <p:sldId id="320" r:id="rId6"/>
    <p:sldId id="313" r:id="rId7"/>
    <p:sldId id="343" r:id="rId8"/>
    <p:sldId id="342" r:id="rId9"/>
    <p:sldId id="31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C5E8"/>
    <a:srgbClr val="EFF98F"/>
    <a:srgbClr val="E6ECE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90" d="100"/>
          <a:sy n="90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A49A-0FB9-FF4D-1666-944993E1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E5113E-7F63-BB0C-59DD-0FAB8B130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97278C-F565-7F3A-9E2F-B1BF998F1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18176C-E3EB-CC10-0EB9-1D2D3163D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823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AF60-5971-5CCA-3009-805BC9BE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87589F-94CE-54F6-AD8D-B76120FE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43DEB6-F41D-561C-545A-4F61D5847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9FFB7E-801C-ACEB-136C-BE16B6B84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561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7DDA-34C2-5860-40A0-DB96E382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F7D7D1-89B6-DE65-8756-67624128E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5252D3-9FD1-6701-C572-49FA29CD9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8266E4-FCA7-8B5F-DBC0-CD32A64AC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456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5/19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effect of custom layers and KD results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248064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CC5FB41-8AC6-C593-7D96-F0E2BD889B26}"/>
              </a:ext>
            </a:extLst>
          </p:cNvPr>
          <p:cNvGrpSpPr/>
          <p:nvPr/>
        </p:nvGrpSpPr>
        <p:grpSpPr>
          <a:xfrm>
            <a:off x="6139544" y="1889631"/>
            <a:ext cx="5677394" cy="3668020"/>
            <a:chOff x="5582112" y="1626520"/>
            <a:chExt cx="6460126" cy="41251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9669128-3870-BF7D-A101-5A7E187A2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2112" y="1626520"/>
              <a:ext cx="5717336" cy="4125100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97C474-7B9C-9D3C-BE62-F5BB3EE8C1EA}"/>
                </a:ext>
              </a:extLst>
            </p:cNvPr>
            <p:cNvSpPr/>
            <p:nvPr/>
          </p:nvSpPr>
          <p:spPr>
            <a:xfrm>
              <a:off x="5718218" y="2961449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F8FEE89-7DC9-63A7-3F1C-AD43F64C108B}"/>
                </a:ext>
              </a:extLst>
            </p:cNvPr>
            <p:cNvSpPr/>
            <p:nvPr/>
          </p:nvSpPr>
          <p:spPr>
            <a:xfrm>
              <a:off x="5718218" y="2087503"/>
              <a:ext cx="5455865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7217CE0-F7F0-D8EC-4828-89D67CA00623}"/>
                </a:ext>
              </a:extLst>
            </p:cNvPr>
            <p:cNvSpPr/>
            <p:nvPr/>
          </p:nvSpPr>
          <p:spPr>
            <a:xfrm>
              <a:off x="5718219" y="2307016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872792F-019A-3B55-644F-437C481B281A}"/>
                </a:ext>
              </a:extLst>
            </p:cNvPr>
            <p:cNvSpPr/>
            <p:nvPr/>
          </p:nvSpPr>
          <p:spPr>
            <a:xfrm>
              <a:off x="5718219" y="2521643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3477D0B-1BFD-783F-3FF6-7D3FA8FEB257}"/>
                </a:ext>
              </a:extLst>
            </p:cNvPr>
            <p:cNvSpPr/>
            <p:nvPr/>
          </p:nvSpPr>
          <p:spPr>
            <a:xfrm>
              <a:off x="5718218" y="4045902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內容版面配置區 2">
              <a:extLst>
                <a:ext uri="{FF2B5EF4-FFF2-40B4-BE49-F238E27FC236}">
                  <a16:creationId xmlns:a16="http://schemas.microsoft.com/office/drawing/2014/main" id="{8A088E45-80BC-9873-993A-318FDC076AF3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05169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  <p:sp>
          <p:nvSpPr>
            <p:cNvPr id="14" name="內容版面配置區 2">
              <a:extLst>
                <a:ext uri="{FF2B5EF4-FFF2-40B4-BE49-F238E27FC236}">
                  <a16:creationId xmlns:a16="http://schemas.microsoft.com/office/drawing/2014/main" id="{0CF542A6-5191-0C85-0B36-7C959749E395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270088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stride2[1]</a:t>
              </a:r>
            </a:p>
          </p:txBody>
        </p:sp>
        <p:sp>
          <p:nvSpPr>
            <p:cNvPr id="15" name="內容版面配置區 2">
              <a:extLst>
                <a:ext uri="{FF2B5EF4-FFF2-40B4-BE49-F238E27FC236}">
                  <a16:creationId xmlns:a16="http://schemas.microsoft.com/office/drawing/2014/main" id="{73D9EEC6-922B-54B0-A763-E6B410ABC982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488482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stride2[2]</a:t>
              </a:r>
            </a:p>
          </p:txBody>
        </p:sp>
        <p:sp>
          <p:nvSpPr>
            <p:cNvPr id="16" name="內容版面配置區 2">
              <a:extLst>
                <a:ext uri="{FF2B5EF4-FFF2-40B4-BE49-F238E27FC236}">
                  <a16:creationId xmlns:a16="http://schemas.microsoft.com/office/drawing/2014/main" id="{0C99F337-563F-19EF-C34C-9BDD006BD010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924521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stride2[3]</a:t>
              </a:r>
            </a:p>
          </p:txBody>
        </p:sp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0B8F949A-8205-8380-48B9-F4C7ACF93011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400897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stride2[4]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B3AD89-5EA1-1FA4-F27E-83B394FFE84D}"/>
                </a:ext>
              </a:extLst>
            </p:cNvPr>
            <p:cNvSpPr/>
            <p:nvPr/>
          </p:nvSpPr>
          <p:spPr>
            <a:xfrm>
              <a:off x="5718218" y="4704052"/>
              <a:ext cx="5455863" cy="19470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1" y="1899000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71" y="1899000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217748" y="3429001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326972" y="3409122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788124" y="5034272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114094" y="5034272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EF4D-E2B0-C5EC-4102-E3BBDB58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10143-BCE2-12E4-46FB-0867AD6E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008550-8A91-8783-BEF9-DAB7FA7A7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We register hooks on the first and last </a:t>
            </a:r>
            <a:r>
              <a:rPr lang="en-US" altLang="zh-TW" sz="2400" dirty="0" err="1"/>
              <a:t>bneck</a:t>
            </a:r>
            <a:r>
              <a:rPr lang="en-US" altLang="zh-TW" sz="2400" dirty="0"/>
              <a:t> blocks to analyze how modifying the SE layer's forward pass affects the output distribution.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F5F1A7-4CE6-AD8C-1A14-18B10B1DA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38368"/>
              </p:ext>
            </p:extLst>
          </p:nvPr>
        </p:nvGraphicFramePr>
        <p:xfrm>
          <a:off x="698476" y="4840872"/>
          <a:ext cx="10795045" cy="1778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31345">
                  <a:extLst>
                    <a:ext uri="{9D8B030D-6E8A-4147-A177-3AD203B41FA5}">
                      <a16:colId xmlns:a16="http://schemas.microsoft.com/office/drawing/2014/main" val="1023506511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1092992939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3922675000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130996834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256380975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615274660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2207965256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322286402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3416291998"/>
                    </a:ext>
                  </a:extLst>
                </a:gridCol>
                <a:gridCol w="1372900">
                  <a:extLst>
                    <a:ext uri="{9D8B030D-6E8A-4147-A177-3AD203B41FA5}">
                      <a16:colId xmlns:a16="http://schemas.microsoft.com/office/drawing/2014/main" val="3749842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Model &amp; layer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std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&lt; 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within 0.5 ± 1e-6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3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modified,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0.2682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0.3063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0.5717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0.6192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0.4386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0.0896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0.4187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67.23%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727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modified,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0.4937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0.4971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0.5032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0.5077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0.0024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57.35%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0.73%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92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custom w/o extra activation,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0.6738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0.7294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0.5514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0.0590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0.5367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38.05%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779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custom w/o extra activation,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0.5064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0.5162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0.5014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0.0051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51.32%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28624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1E27FAC-1560-D7D9-B511-92C699B10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432879"/>
              </p:ext>
            </p:extLst>
          </p:nvPr>
        </p:nvGraphicFramePr>
        <p:xfrm>
          <a:off x="698477" y="2629150"/>
          <a:ext cx="10795045" cy="1778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31345">
                  <a:extLst>
                    <a:ext uri="{9D8B030D-6E8A-4147-A177-3AD203B41FA5}">
                      <a16:colId xmlns:a16="http://schemas.microsoft.com/office/drawing/2014/main" val="1023506511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1092992939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3922675000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130996834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256380975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615274660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2207965256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322286402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3416291998"/>
                    </a:ext>
                  </a:extLst>
                </a:gridCol>
                <a:gridCol w="1372900">
                  <a:extLst>
                    <a:ext uri="{9D8B030D-6E8A-4147-A177-3AD203B41FA5}">
                      <a16:colId xmlns:a16="http://schemas.microsoft.com/office/drawing/2014/main" val="3749842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Model &amp; layer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std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&lt; 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within 0.5 ± 1e-6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3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modified,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0.1486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0.2231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0.5473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0.5712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0.4561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0.0912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0.4861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66.25%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0.01%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727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modified,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0.4868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0.4926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0.5063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0.5200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0.0061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57.92%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0.33%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92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custom w/o extra activation,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0.5592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0.6430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0.5145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0.0270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0.5020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44.84%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779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custom w/o extra activation,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0.5072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0.5327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0.5018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0.0071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51.16%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28624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EEC0B11-2D7C-B863-D130-965D09FCD651}"/>
              </a:ext>
            </a:extLst>
          </p:cNvPr>
          <p:cNvSpPr txBox="1"/>
          <p:nvPr/>
        </p:nvSpPr>
        <p:spPr>
          <a:xfrm>
            <a:off x="5359610" y="4357421"/>
            <a:ext cx="14727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Large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801EA07-B223-6D25-6F50-E1638237A7AF}"/>
              </a:ext>
            </a:extLst>
          </p:cNvPr>
          <p:cNvSpPr txBox="1"/>
          <p:nvPr/>
        </p:nvSpPr>
        <p:spPr>
          <a:xfrm>
            <a:off x="5358232" y="6581001"/>
            <a:ext cx="1475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Small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23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260F51-E89C-3260-3278-B4B7AA51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 w/o extra activation function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MobileNet_V3_Small w/o extra activation function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073-21D0-EFDE-56A7-5EB147B3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C1401-6931-7B02-1AB0-5C12058A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7AC41E-1332-7BBE-723C-11A7168FD8F3}"/>
              </a:ext>
            </a:extLst>
          </p:cNvPr>
          <p:cNvSpPr txBox="1"/>
          <p:nvPr/>
        </p:nvSpPr>
        <p:spPr>
          <a:xfrm>
            <a:off x="2286849" y="5022374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6AC4EB4-302C-1C07-A599-2364362E2D68}"/>
              </a:ext>
            </a:extLst>
          </p:cNvPr>
          <p:cNvSpPr txBox="1"/>
          <p:nvPr/>
        </p:nvSpPr>
        <p:spPr>
          <a:xfrm>
            <a:off x="8355420" y="2919446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0.001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535D48E-7445-9F78-43B9-35A88929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684B0E1-9966-7DDE-6E53-E5B4F8B0E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0" y="32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3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F428-56F1-474A-8398-4A9D2DD8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C2FF9-814C-9471-42C5-BEBA32C4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99EC55D-AB7B-7359-CB98-2597BAF2E1ED}"/>
              </a:ext>
            </a:extLst>
          </p:cNvPr>
          <p:cNvSpPr txBox="1"/>
          <p:nvPr/>
        </p:nvSpPr>
        <p:spPr>
          <a:xfrm>
            <a:off x="2286849" y="5022374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0.005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B60AC5-64A1-EF01-4324-036BFAABA138}"/>
              </a:ext>
            </a:extLst>
          </p:cNvPr>
          <p:cNvSpPr txBox="1"/>
          <p:nvPr/>
        </p:nvSpPr>
        <p:spPr>
          <a:xfrm>
            <a:off x="8355420" y="2919446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0.015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C758C9E-09C8-73B6-8511-57E49A57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637F838-8D86-B182-072C-E5F00FDDE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0" y="32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9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738860"/>
              </p:ext>
            </p:extLst>
          </p:nvPr>
        </p:nvGraphicFramePr>
        <p:xfrm>
          <a:off x="847190" y="1171814"/>
          <a:ext cx="10496910" cy="5604423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00348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origin SE layer,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1.81%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0693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origin projection layer,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85394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  w/ origin SE layer,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88.24%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4.87%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9944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  w/ origin projection layer,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641779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0463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1layer, Custom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MGD 1layer,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w/o extra activation function </a:t>
                      </a:r>
                      <a:endParaRPr kumimoji="0" lang="en-US" altLang="zh-TW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93.67%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6524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B965526D-7A1F-4E28-BBBF-0B7F25ED05CE}"/>
              </a:ext>
            </a:extLst>
          </p:cNvPr>
          <p:cNvSpPr txBox="1">
            <a:spLocks/>
          </p:cNvSpPr>
          <p:nvPr/>
        </p:nvSpPr>
        <p:spPr>
          <a:xfrm>
            <a:off x="837845" y="176313"/>
            <a:ext cx="10515600" cy="949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5680</TotalTime>
  <Words>677</Words>
  <Application>Microsoft Office PowerPoint</Application>
  <PresentationFormat>寬螢幕</PresentationFormat>
  <Paragraphs>229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5/19 個人咪挺 The effect of custom layers and KD results</vt:lpstr>
      <vt:lpstr>Model Structure</vt:lpstr>
      <vt:lpstr>Modified vs. Custom</vt:lpstr>
      <vt:lpstr>Modified vs. Custom</vt:lpstr>
      <vt:lpstr>Recall – MGD Process</vt:lpstr>
      <vt:lpstr>Train Setting</vt:lpstr>
      <vt:lpstr>Metric Curve (TDR@FDR=1%)</vt:lpstr>
      <vt:lpstr>Metric Curve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125</cp:revision>
  <dcterms:created xsi:type="dcterms:W3CDTF">2025-09-01T15:41:03Z</dcterms:created>
  <dcterms:modified xsi:type="dcterms:W3CDTF">2026-05-18T16:15:50Z</dcterms:modified>
</cp:coreProperties>
</file>