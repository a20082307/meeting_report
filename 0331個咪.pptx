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14" r:id="rId3"/>
    <p:sldId id="319" r:id="rId4"/>
    <p:sldId id="326" r:id="rId5"/>
    <p:sldId id="320" r:id="rId6"/>
    <p:sldId id="313" r:id="rId7"/>
    <p:sldId id="318" r:id="rId8"/>
    <p:sldId id="329" r:id="rId9"/>
    <p:sldId id="312" r:id="rId10"/>
    <p:sldId id="330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EFF98F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144" d="100"/>
          <a:sy n="144" d="100"/>
        </p:scale>
        <p:origin x="150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4F47C-490F-90B9-82A0-AC43D6CA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BFEE019-2C36-0710-2A70-F03814F00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3A7811C-2A84-7188-C080-EF987252A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80C3D2-94C8-9949-39D7-869D0929E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411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5BCD1-1DB1-2D4B-5814-67E7FE084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F070D8B-DEB5-DC23-1DE8-8E1BB6495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6EFCCC3-D748-9ADF-1AF9-7782D20E1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57AA0E-6F4E-1C1B-11FC-A6C150773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7509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D4609-00EA-87D8-4F1B-3FE5FCC6A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23D2AC9-2FFF-3204-D716-E5966FE84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F5474A6-7AB3-414D-1996-D154A1583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39A8AC-E180-0598-CF97-8D16C9AF1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7638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8D7A-F5B3-C1D8-E5D1-851A501B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1D77C0-9270-61D6-75FE-A5A5DE0C9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873FF7-1B8F-1AAE-AC48-71DE5037A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BE85BD-668D-2032-3C7C-5006AEE0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222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28B83-81F0-AEF6-5DFB-810F4C1D5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AB739B9-1D26-28FA-C09D-32B000C99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461D11-6812-AA98-B3D9-601EF9559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854294-6615-CEB4-062D-5A18B56CE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253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F8DF9-7ABB-F380-6BD3-DFFC5DB21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D12EED2-8F13-1FB3-A444-1F54D6C90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6988C73-C444-485A-4C06-204B0DF21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6A4321-3143-A8CC-A6A3-B9812A07E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6099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A62C-1E51-4A1A-1E4D-9CBCF0B8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46CC45-491A-04C3-9BB8-05AF07FDD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EE372E-FF46-8D67-DAE3-EB94102EA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881C7C-9C99-58E3-57AC-925A4753D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18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426B4-2E89-B589-95BF-A4FF7DFE0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8C89CE5-100C-112C-A34B-FB7487BDE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C57AD88-0361-CCD8-86A9-493599DF9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DD49F9-3F69-322C-5BDD-96221941A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965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3/31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result of MGD with multiple feature layers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5836-8FC3-1E0D-3890-E44FC3D8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4">
            <a:extLst>
              <a:ext uri="{FF2B5EF4-FFF2-40B4-BE49-F238E27FC236}">
                <a16:creationId xmlns:a16="http://schemas.microsoft.com/office/drawing/2014/main" id="{430A04CE-0779-0D67-89DA-DD1ECB8B0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896" y="1690688"/>
            <a:ext cx="8874279" cy="431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6AF5925A-A502-90C8-A7B7-EE20EA6AE197}"/>
              </a:ext>
            </a:extLst>
          </p:cNvPr>
          <p:cNvSpPr txBox="1"/>
          <p:nvPr/>
        </p:nvSpPr>
        <p:spPr>
          <a:xfrm>
            <a:off x="10149476" y="3937465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0188AD06-49BF-23E2-6D17-43350231C899}"/>
              </a:ext>
            </a:extLst>
          </p:cNvPr>
          <p:cNvSpPr txBox="1"/>
          <p:nvPr/>
        </p:nvSpPr>
        <p:spPr>
          <a:xfrm>
            <a:off x="5827452" y="2080028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128x80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FA412315-E8E2-6F07-27FD-A005A78F9918}"/>
              </a:ext>
            </a:extLst>
          </p:cNvPr>
          <p:cNvSpPr txBox="1"/>
          <p:nvPr/>
        </p:nvSpPr>
        <p:spPr>
          <a:xfrm>
            <a:off x="5863098" y="2281505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64x40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6C7255F-2C0F-9E47-DBFE-73D4E4BA9ABB}"/>
              </a:ext>
            </a:extLst>
          </p:cNvPr>
          <p:cNvSpPr txBox="1"/>
          <p:nvPr/>
        </p:nvSpPr>
        <p:spPr>
          <a:xfrm>
            <a:off x="5833390" y="249612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32x20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40DE9EC7-6C08-ECEB-4DA7-A472371190CF}"/>
              </a:ext>
            </a:extLst>
          </p:cNvPr>
          <p:cNvSpPr txBox="1"/>
          <p:nvPr/>
        </p:nvSpPr>
        <p:spPr>
          <a:xfrm>
            <a:off x="5827452" y="269753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15CF9CE-23C0-3E0D-6B5C-9E427923CA45}"/>
              </a:ext>
            </a:extLst>
          </p:cNvPr>
          <p:cNvSpPr txBox="1"/>
          <p:nvPr/>
        </p:nvSpPr>
        <p:spPr>
          <a:xfrm>
            <a:off x="5827452" y="291048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020F748D-E734-6505-FD81-9FCFD46C0134}"/>
              </a:ext>
            </a:extLst>
          </p:cNvPr>
          <p:cNvSpPr txBox="1"/>
          <p:nvPr/>
        </p:nvSpPr>
        <p:spPr>
          <a:xfrm>
            <a:off x="5960115" y="310745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F9D7B175-9775-3EF8-2B80-01184F370F0B}"/>
              </a:ext>
            </a:extLst>
          </p:cNvPr>
          <p:cNvSpPr txBox="1"/>
          <p:nvPr/>
        </p:nvSpPr>
        <p:spPr>
          <a:xfrm>
            <a:off x="5960115" y="332074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15598129-E5F2-DD29-4376-C8A1565DEAC5}"/>
              </a:ext>
            </a:extLst>
          </p:cNvPr>
          <p:cNvSpPr txBox="1"/>
          <p:nvPr/>
        </p:nvSpPr>
        <p:spPr>
          <a:xfrm>
            <a:off x="5952902" y="3514065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0EC58847-ACDD-271E-3C0F-C8F02D877974}"/>
              </a:ext>
            </a:extLst>
          </p:cNvPr>
          <p:cNvSpPr txBox="1"/>
          <p:nvPr/>
        </p:nvSpPr>
        <p:spPr>
          <a:xfrm>
            <a:off x="5960114" y="3732083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4AFC15D8-44B4-CABE-B808-673A8D021D33}"/>
              </a:ext>
            </a:extLst>
          </p:cNvPr>
          <p:cNvSpPr txBox="1"/>
          <p:nvPr/>
        </p:nvSpPr>
        <p:spPr>
          <a:xfrm>
            <a:off x="5960114" y="3945436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51FD158B-B8CD-6456-042C-FE8358392AB3}"/>
              </a:ext>
            </a:extLst>
          </p:cNvPr>
          <p:cNvSpPr txBox="1"/>
          <p:nvPr/>
        </p:nvSpPr>
        <p:spPr>
          <a:xfrm>
            <a:off x="5952902" y="414651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436F0FBA-A7D6-888E-B7F9-C8CEEEAD1DC6}"/>
              </a:ext>
            </a:extLst>
          </p:cNvPr>
          <p:cNvSpPr txBox="1"/>
          <p:nvPr/>
        </p:nvSpPr>
        <p:spPr>
          <a:xfrm>
            <a:off x="5945690" y="4345903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41A595AC-FEB5-4836-D5EF-46898E640CFE}"/>
              </a:ext>
            </a:extLst>
          </p:cNvPr>
          <p:cNvSpPr txBox="1"/>
          <p:nvPr/>
        </p:nvSpPr>
        <p:spPr>
          <a:xfrm>
            <a:off x="5949593" y="455016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37BD0CAD-4324-F925-DFDB-006C3CFA8C8A}"/>
              </a:ext>
            </a:extLst>
          </p:cNvPr>
          <p:cNvSpPr txBox="1"/>
          <p:nvPr/>
        </p:nvSpPr>
        <p:spPr>
          <a:xfrm>
            <a:off x="5919123" y="4758995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6588F539-C5C4-6293-97FB-70DE4480ECBC}"/>
              </a:ext>
            </a:extLst>
          </p:cNvPr>
          <p:cNvSpPr txBox="1"/>
          <p:nvPr/>
        </p:nvSpPr>
        <p:spPr>
          <a:xfrm>
            <a:off x="1624577" y="1990352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128x80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BCA4D3D-EA8B-909B-BA62-2BB3F417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1CD3819-D707-A6CF-BBA2-57DCD516DC41}"/>
              </a:ext>
            </a:extLst>
          </p:cNvPr>
          <p:cNvSpPr txBox="1"/>
          <p:nvPr/>
        </p:nvSpPr>
        <p:spPr>
          <a:xfrm>
            <a:off x="1624577" y="2154992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128x80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B3331FA-7222-E208-FECD-54F6FD43FC59}"/>
              </a:ext>
            </a:extLst>
          </p:cNvPr>
          <p:cNvSpPr txBox="1"/>
          <p:nvPr/>
        </p:nvSpPr>
        <p:spPr>
          <a:xfrm>
            <a:off x="5394899" y="198575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22D5D4C-7754-1ACF-9DFE-19861C382D2B}"/>
              </a:ext>
            </a:extLst>
          </p:cNvPr>
          <p:cNvSpPr txBox="1"/>
          <p:nvPr/>
        </p:nvSpPr>
        <p:spPr>
          <a:xfrm>
            <a:off x="1624577" y="2332069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128x80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00684F1-B85F-3EC9-F343-AC4126164DFB}"/>
              </a:ext>
            </a:extLst>
          </p:cNvPr>
          <p:cNvSpPr txBox="1"/>
          <p:nvPr/>
        </p:nvSpPr>
        <p:spPr>
          <a:xfrm>
            <a:off x="1667431" y="2507996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64x40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1609462-3559-D487-E60E-C7F305E9121A}"/>
              </a:ext>
            </a:extLst>
          </p:cNvPr>
          <p:cNvSpPr txBox="1"/>
          <p:nvPr/>
        </p:nvSpPr>
        <p:spPr>
          <a:xfrm>
            <a:off x="1667431" y="2676283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64x40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5DC318BD-A991-7FDC-76F3-D6A45F569772}"/>
              </a:ext>
            </a:extLst>
          </p:cNvPr>
          <p:cNvSpPr txBox="1"/>
          <p:nvPr/>
        </p:nvSpPr>
        <p:spPr>
          <a:xfrm>
            <a:off x="1667431" y="283603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32x20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84CF0CB-96C0-EDBF-A86B-4F3C75173EA3}"/>
              </a:ext>
            </a:extLst>
          </p:cNvPr>
          <p:cNvSpPr txBox="1"/>
          <p:nvPr/>
        </p:nvSpPr>
        <p:spPr>
          <a:xfrm>
            <a:off x="1667430" y="3000129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32x20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D3F7C1E-0078-372B-2B9B-B3F44B472AE1}"/>
              </a:ext>
            </a:extLst>
          </p:cNvPr>
          <p:cNvSpPr txBox="1"/>
          <p:nvPr/>
        </p:nvSpPr>
        <p:spPr>
          <a:xfrm>
            <a:off x="1667430" y="3165582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32x20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F4CB3CEC-A154-F956-113F-71741647AC3A}"/>
              </a:ext>
            </a:extLst>
          </p:cNvPr>
          <p:cNvSpPr txBox="1"/>
          <p:nvPr/>
        </p:nvSpPr>
        <p:spPr>
          <a:xfrm>
            <a:off x="1667429" y="3341509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8A83D61-8FE1-03E0-1083-2D4EAE16051A}"/>
              </a:ext>
            </a:extLst>
          </p:cNvPr>
          <p:cNvSpPr txBox="1"/>
          <p:nvPr/>
        </p:nvSpPr>
        <p:spPr>
          <a:xfrm>
            <a:off x="1667429" y="3517436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1A72C98-F255-C47A-7E6F-5BBA57AE3E83}"/>
              </a:ext>
            </a:extLst>
          </p:cNvPr>
          <p:cNvSpPr txBox="1"/>
          <p:nvPr/>
        </p:nvSpPr>
        <p:spPr>
          <a:xfrm>
            <a:off x="1667429" y="3681756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C8C184B-0BD1-3D87-6C39-52576F3CC703}"/>
              </a:ext>
            </a:extLst>
          </p:cNvPr>
          <p:cNvSpPr txBox="1"/>
          <p:nvPr/>
        </p:nvSpPr>
        <p:spPr>
          <a:xfrm>
            <a:off x="1667428" y="3842066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9825205-6940-C323-8402-458ADCE31302}"/>
              </a:ext>
            </a:extLst>
          </p:cNvPr>
          <p:cNvSpPr txBox="1"/>
          <p:nvPr/>
        </p:nvSpPr>
        <p:spPr>
          <a:xfrm>
            <a:off x="1624577" y="401864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B8D62E1A-C986-5D79-2345-44CA2EBB044C}"/>
              </a:ext>
            </a:extLst>
          </p:cNvPr>
          <p:cNvSpPr txBox="1"/>
          <p:nvPr/>
        </p:nvSpPr>
        <p:spPr>
          <a:xfrm>
            <a:off x="1637384" y="418628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7EEE6C7C-5697-A3F3-3DE0-6382D1090C21}"/>
              </a:ext>
            </a:extLst>
          </p:cNvPr>
          <p:cNvSpPr txBox="1"/>
          <p:nvPr/>
        </p:nvSpPr>
        <p:spPr>
          <a:xfrm>
            <a:off x="1637384" y="435824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F79F679B-955C-5716-B9E9-DEA482DBD1AB}"/>
              </a:ext>
            </a:extLst>
          </p:cNvPr>
          <p:cNvSpPr txBox="1"/>
          <p:nvPr/>
        </p:nvSpPr>
        <p:spPr>
          <a:xfrm>
            <a:off x="1750369" y="451855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6B70E7B7-4D4C-625B-FD71-7D4E22979E1F}"/>
              </a:ext>
            </a:extLst>
          </p:cNvPr>
          <p:cNvSpPr txBox="1"/>
          <p:nvPr/>
        </p:nvSpPr>
        <p:spPr>
          <a:xfrm>
            <a:off x="1750368" y="469784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68A19005-44A4-CC68-9BC8-4A53D5983120}"/>
              </a:ext>
            </a:extLst>
          </p:cNvPr>
          <p:cNvSpPr txBox="1"/>
          <p:nvPr/>
        </p:nvSpPr>
        <p:spPr>
          <a:xfrm>
            <a:off x="1750367" y="4858258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EE485152-795E-2AC3-58A4-6276713A6DBF}"/>
              </a:ext>
            </a:extLst>
          </p:cNvPr>
          <p:cNvGrpSpPr/>
          <p:nvPr/>
        </p:nvGrpSpPr>
        <p:grpSpPr>
          <a:xfrm>
            <a:off x="978231" y="1987364"/>
            <a:ext cx="10235538" cy="2635639"/>
            <a:chOff x="1339147" y="1953056"/>
            <a:chExt cx="9407030" cy="2330848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D10701E5-E2F2-4947-B3AD-86C22B22E44F}"/>
                </a:ext>
              </a:extLst>
            </p:cNvPr>
            <p:cNvGrpSpPr/>
            <p:nvPr/>
          </p:nvGrpSpPr>
          <p:grpSpPr>
            <a:xfrm>
              <a:off x="2018020" y="2012868"/>
              <a:ext cx="8728157" cy="2217597"/>
              <a:chOff x="2018020" y="2012868"/>
              <a:chExt cx="8728157" cy="2217597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6F7AC5C5-4650-12ED-410E-91E2E13C4285}"/>
                  </a:ext>
                </a:extLst>
              </p:cNvPr>
              <p:cNvGrpSpPr/>
              <p:nvPr/>
            </p:nvGrpSpPr>
            <p:grpSpPr>
              <a:xfrm>
                <a:off x="2018020" y="2012868"/>
                <a:ext cx="7975065" cy="2217597"/>
                <a:chOff x="2018020" y="2012868"/>
                <a:chExt cx="7975065" cy="2217597"/>
              </a:xfrm>
            </p:grpSpPr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8CA5AB9-E9CD-6511-B7AF-1D84460360B0}"/>
                    </a:ext>
                  </a:extLst>
                </p:cNvPr>
                <p:cNvSpPr/>
                <p:nvPr/>
              </p:nvSpPr>
              <p:spPr>
                <a:xfrm>
                  <a:off x="2018021" y="2311296"/>
                  <a:ext cx="3622760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1425E57-CDD4-1C06-1C82-1C2F4B214CA4}"/>
                    </a:ext>
                  </a:extLst>
                </p:cNvPr>
                <p:cNvSpPr/>
                <p:nvPr/>
              </p:nvSpPr>
              <p:spPr>
                <a:xfrm>
                  <a:off x="2018021" y="2603786"/>
                  <a:ext cx="3622760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E5C6F402-87F9-7973-08D0-68BC8D8B3BA0}"/>
                    </a:ext>
                  </a:extLst>
                </p:cNvPr>
                <p:cNvSpPr/>
                <p:nvPr/>
              </p:nvSpPr>
              <p:spPr>
                <a:xfrm>
                  <a:off x="2018020" y="3049979"/>
                  <a:ext cx="3622759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9F5C767F-3FBD-1A3A-C92C-6260B8FACBAD}"/>
                    </a:ext>
                  </a:extLst>
                </p:cNvPr>
                <p:cNvSpPr/>
                <p:nvPr/>
              </p:nvSpPr>
              <p:spPr>
                <a:xfrm>
                  <a:off x="2018022" y="4099837"/>
                  <a:ext cx="3622758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7F758B06-49DB-B022-F9ED-08EEFCEE0393}"/>
                    </a:ext>
                  </a:extLst>
                </p:cNvPr>
                <p:cNvSpPr/>
                <p:nvPr/>
              </p:nvSpPr>
              <p:spPr>
                <a:xfrm>
                  <a:off x="5872348" y="2066306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4EF19511-84D7-1D34-F284-7B2E0223A15C}"/>
                    </a:ext>
                  </a:extLst>
                </p:cNvPr>
                <p:cNvSpPr/>
                <p:nvPr/>
              </p:nvSpPr>
              <p:spPr>
                <a:xfrm>
                  <a:off x="5872347" y="2251920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5BDFE407-66B1-8479-1E1A-AA91A6B31E0A}"/>
                    </a:ext>
                  </a:extLst>
                </p:cNvPr>
                <p:cNvSpPr/>
                <p:nvPr/>
              </p:nvSpPr>
              <p:spPr>
                <a:xfrm>
                  <a:off x="5872347" y="2431595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D2D404A9-F997-911E-D705-6EECE098A319}"/>
                    </a:ext>
                  </a:extLst>
                </p:cNvPr>
                <p:cNvSpPr/>
                <p:nvPr/>
              </p:nvSpPr>
              <p:spPr>
                <a:xfrm>
                  <a:off x="5872347" y="2799730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9B954716-2EAF-3F44-C3CB-3B89C26288EB}"/>
                    </a:ext>
                  </a:extLst>
                </p:cNvPr>
                <p:cNvSpPr/>
                <p:nvPr/>
              </p:nvSpPr>
              <p:spPr>
                <a:xfrm>
                  <a:off x="5872346" y="3713887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19" name="直線接點 18">
                  <a:extLst>
                    <a:ext uri="{FF2B5EF4-FFF2-40B4-BE49-F238E27FC236}">
                      <a16:creationId xmlns:a16="http://schemas.microsoft.com/office/drawing/2014/main" id="{4DE0B037-DAE0-94E5-D3F3-1959209A0DBC}"/>
                    </a:ext>
                  </a:extLst>
                </p:cNvPr>
                <p:cNvCxnSpPr>
                  <a:cxnSpLocks/>
                  <a:stCxn id="6" idx="3"/>
                  <a:endCxn id="12" idx="1"/>
                </p:cNvCxnSpPr>
                <p:nvPr/>
              </p:nvCxnSpPr>
              <p:spPr>
                <a:xfrm>
                  <a:off x="5640781" y="2078182"/>
                  <a:ext cx="231567" cy="74221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接點 19">
                  <a:extLst>
                    <a:ext uri="{FF2B5EF4-FFF2-40B4-BE49-F238E27FC236}">
                      <a16:creationId xmlns:a16="http://schemas.microsoft.com/office/drawing/2014/main" id="{954B0778-57F2-FE81-76D9-0685CA99F004}"/>
                    </a:ext>
                  </a:extLst>
                </p:cNvPr>
                <p:cNvCxnSpPr>
                  <a:cxnSpLocks/>
                  <a:endCxn id="13" idx="1"/>
                </p:cNvCxnSpPr>
                <p:nvPr/>
              </p:nvCxnSpPr>
              <p:spPr>
                <a:xfrm flipV="1">
                  <a:off x="5640778" y="2338016"/>
                  <a:ext cx="231569" cy="38594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50A51206-A6B4-9A18-A27C-2E6F7C39FF4F}"/>
                    </a:ext>
                  </a:extLst>
                </p:cNvPr>
                <p:cNvCxnSpPr>
                  <a:cxnSpLocks/>
                  <a:endCxn id="14" idx="1"/>
                </p:cNvCxnSpPr>
                <p:nvPr/>
              </p:nvCxnSpPr>
              <p:spPr>
                <a:xfrm flipV="1">
                  <a:off x="5640778" y="2517691"/>
                  <a:ext cx="231569" cy="146957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線接點 25">
                  <a:extLst>
                    <a:ext uri="{FF2B5EF4-FFF2-40B4-BE49-F238E27FC236}">
                      <a16:creationId xmlns:a16="http://schemas.microsoft.com/office/drawing/2014/main" id="{ED5C0FFF-1D29-AF1F-00DB-EBAE89C830D8}"/>
                    </a:ext>
                  </a:extLst>
                </p:cNvPr>
                <p:cNvCxnSpPr>
                  <a:cxnSpLocks/>
                  <a:endCxn id="15" idx="1"/>
                </p:cNvCxnSpPr>
                <p:nvPr/>
              </p:nvCxnSpPr>
              <p:spPr>
                <a:xfrm flipV="1">
                  <a:off x="5640778" y="2885826"/>
                  <a:ext cx="231569" cy="229467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線接點 28">
                  <a:extLst>
                    <a:ext uri="{FF2B5EF4-FFF2-40B4-BE49-F238E27FC236}">
                      <a16:creationId xmlns:a16="http://schemas.microsoft.com/office/drawing/2014/main" id="{F1A847D6-BA9B-8DBC-7ECB-371F2D10178E}"/>
                    </a:ext>
                  </a:extLst>
                </p:cNvPr>
                <p:cNvCxnSpPr>
                  <a:cxnSpLocks/>
                  <a:stCxn id="11" idx="3"/>
                </p:cNvCxnSpPr>
                <p:nvPr/>
              </p:nvCxnSpPr>
              <p:spPr>
                <a:xfrm flipV="1">
                  <a:off x="5640780" y="3799983"/>
                  <a:ext cx="231566" cy="365169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AD706AF3-D138-93A5-1E40-2D08818AF02F}"/>
                    </a:ext>
                  </a:extLst>
                </p:cNvPr>
                <p:cNvSpPr/>
                <p:nvPr/>
              </p:nvSpPr>
              <p:spPr>
                <a:xfrm>
                  <a:off x="2018021" y="2012868"/>
                  <a:ext cx="3622760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F170B0DA-A3D8-9482-0C2C-D229A56DC3BC}"/>
                  </a:ext>
                </a:extLst>
              </p:cNvPr>
              <p:cNvGrpSpPr/>
              <p:nvPr/>
            </p:nvGrpSpPr>
            <p:grpSpPr>
              <a:xfrm>
                <a:off x="9993082" y="2035196"/>
                <a:ext cx="753095" cy="1883540"/>
                <a:chOff x="9993082" y="2035196"/>
                <a:chExt cx="753095" cy="1883540"/>
              </a:xfrm>
            </p:grpSpPr>
            <p:sp>
              <p:nvSpPr>
                <p:cNvPr id="42" name="內容版面配置區 2">
                  <a:extLst>
                    <a:ext uri="{FF2B5EF4-FFF2-40B4-BE49-F238E27FC236}">
                      <a16:creationId xmlns:a16="http://schemas.microsoft.com/office/drawing/2014/main" id="{1071DFA2-ACFB-135C-CC6C-5C56D0183D1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035196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stride2[0]</a:t>
                  </a:r>
                </a:p>
              </p:txBody>
            </p:sp>
            <p:sp>
              <p:nvSpPr>
                <p:cNvPr id="43" name="內容版面配置區 2">
                  <a:extLst>
                    <a:ext uri="{FF2B5EF4-FFF2-40B4-BE49-F238E27FC236}">
                      <a16:creationId xmlns:a16="http://schemas.microsoft.com/office/drawing/2014/main" id="{DE200425-F232-5E90-EF62-F5BE38E8E7A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2" y="222244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stride2[1]</a:t>
                  </a:r>
                </a:p>
              </p:txBody>
            </p:sp>
            <p:sp>
              <p:nvSpPr>
                <p:cNvPr id="44" name="內容版面配置區 2">
                  <a:extLst>
                    <a:ext uri="{FF2B5EF4-FFF2-40B4-BE49-F238E27FC236}">
                      <a16:creationId xmlns:a16="http://schemas.microsoft.com/office/drawing/2014/main" id="{ADFDA82C-A764-2212-F079-72F7A73530B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39893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stride2[2]</a:t>
                  </a:r>
                </a:p>
              </p:txBody>
            </p:sp>
            <p:sp>
              <p:nvSpPr>
                <p:cNvPr id="45" name="內容版面配置區 2">
                  <a:extLst>
                    <a:ext uri="{FF2B5EF4-FFF2-40B4-BE49-F238E27FC236}">
                      <a16:creationId xmlns:a16="http://schemas.microsoft.com/office/drawing/2014/main" id="{476F95BB-F04C-9987-45DD-B369375A6DF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785200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stride2[3]</a:t>
                  </a:r>
                </a:p>
              </p:txBody>
            </p:sp>
            <p:sp>
              <p:nvSpPr>
                <p:cNvPr id="46" name="內容版面配置區 2">
                  <a:extLst>
                    <a:ext uri="{FF2B5EF4-FFF2-40B4-BE49-F238E27FC236}">
                      <a16:creationId xmlns:a16="http://schemas.microsoft.com/office/drawing/2014/main" id="{E25A0F5D-A9B4-5D45-8396-D57423BDF66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3681230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stride2[4]</a:t>
                  </a:r>
                </a:p>
              </p:txBody>
            </p:sp>
          </p:grpSp>
        </p:grp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44F19F73-5040-AE52-A1BF-FD9ACF3B18EA}"/>
                </a:ext>
              </a:extLst>
            </p:cNvPr>
            <p:cNvGrpSpPr/>
            <p:nvPr/>
          </p:nvGrpSpPr>
          <p:grpSpPr>
            <a:xfrm>
              <a:off x="1339147" y="1953056"/>
              <a:ext cx="753094" cy="2330848"/>
              <a:chOff x="1339147" y="1953056"/>
              <a:chExt cx="753094" cy="2330848"/>
            </a:xfrm>
          </p:grpSpPr>
          <p:grpSp>
            <p:nvGrpSpPr>
              <p:cNvPr id="51" name="群組 50">
                <a:extLst>
                  <a:ext uri="{FF2B5EF4-FFF2-40B4-BE49-F238E27FC236}">
                    <a16:creationId xmlns:a16="http://schemas.microsoft.com/office/drawing/2014/main" id="{2A6ED467-D50B-50D1-E5E5-46727E701490}"/>
                  </a:ext>
                </a:extLst>
              </p:cNvPr>
              <p:cNvGrpSpPr/>
              <p:nvPr/>
            </p:nvGrpSpPr>
            <p:grpSpPr>
              <a:xfrm>
                <a:off x="1339147" y="2260146"/>
                <a:ext cx="753094" cy="2023758"/>
                <a:chOff x="1339147" y="2260146"/>
                <a:chExt cx="753094" cy="2023758"/>
              </a:xfrm>
            </p:grpSpPr>
            <p:sp>
              <p:nvSpPr>
                <p:cNvPr id="33" name="內容版面配置區 2">
                  <a:extLst>
                    <a:ext uri="{FF2B5EF4-FFF2-40B4-BE49-F238E27FC236}">
                      <a16:creationId xmlns:a16="http://schemas.microsoft.com/office/drawing/2014/main" id="{A72C97EA-975D-6CF4-11C4-F513C903922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260146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stride2[1]</a:t>
                  </a:r>
                </a:p>
              </p:txBody>
            </p:sp>
            <p:sp>
              <p:nvSpPr>
                <p:cNvPr id="34" name="內容版面配置區 2">
                  <a:extLst>
                    <a:ext uri="{FF2B5EF4-FFF2-40B4-BE49-F238E27FC236}">
                      <a16:creationId xmlns:a16="http://schemas.microsoft.com/office/drawing/2014/main" id="{19F64221-69C1-E3F4-F520-78A8C5CA471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553379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stride2[2]</a:t>
                  </a:r>
                </a:p>
              </p:txBody>
            </p:sp>
            <p:sp>
              <p:nvSpPr>
                <p:cNvPr id="35" name="內容版面配置區 2">
                  <a:extLst>
                    <a:ext uri="{FF2B5EF4-FFF2-40B4-BE49-F238E27FC236}">
                      <a16:creationId xmlns:a16="http://schemas.microsoft.com/office/drawing/2014/main" id="{F9C83E72-E66B-C95F-1AB7-32FE7864AAC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991714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stride2[3]</a:t>
                  </a:r>
                </a:p>
              </p:txBody>
            </p:sp>
            <p:sp>
              <p:nvSpPr>
                <p:cNvPr id="36" name="內容版面配置區 2">
                  <a:extLst>
                    <a:ext uri="{FF2B5EF4-FFF2-40B4-BE49-F238E27FC236}">
                      <a16:creationId xmlns:a16="http://schemas.microsoft.com/office/drawing/2014/main" id="{DEC7A82E-D5B8-D535-07A6-D636AD5A9A9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404639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stride2[4]</a:t>
                  </a:r>
                </a:p>
              </p:txBody>
            </p:sp>
          </p:grpSp>
          <p:sp>
            <p:nvSpPr>
              <p:cNvPr id="52" name="內容版面配置區 2">
                <a:extLst>
                  <a:ext uri="{FF2B5EF4-FFF2-40B4-BE49-F238E27FC236}">
                    <a16:creationId xmlns:a16="http://schemas.microsoft.com/office/drawing/2014/main" id="{AB37FD06-2F91-D168-78FA-2D0174CAB2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9147" y="1953056"/>
                <a:ext cx="753094" cy="2375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stride2[0]</a:t>
                </a:r>
              </a:p>
            </p:txBody>
          </p:sp>
        </p:grpSp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C812D395-836B-A1CC-2950-96776F7246DF}"/>
              </a:ext>
            </a:extLst>
          </p:cNvPr>
          <p:cNvSpPr txBox="1"/>
          <p:nvPr/>
        </p:nvSpPr>
        <p:spPr>
          <a:xfrm>
            <a:off x="3053312" y="486187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F4B21EE5-DF11-30FD-ECF4-EAB2597CF5BB}"/>
              </a:ext>
            </a:extLst>
          </p:cNvPr>
          <p:cNvSpPr txBox="1"/>
          <p:nvPr/>
        </p:nvSpPr>
        <p:spPr>
          <a:xfrm>
            <a:off x="7412679" y="4760491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27848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5F162-12E8-7AC0-FC8A-4DD96D46A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AC8F8D97-428C-DAF6-B7D8-B430581EB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6BA3CE9-9E97-AEE9-19CE-C0AC183D7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002889"/>
              </p:ext>
            </p:extLst>
          </p:nvPr>
        </p:nvGraphicFramePr>
        <p:xfrm>
          <a:off x="290583" y="1155372"/>
          <a:ext cx="5579858" cy="5623560"/>
        </p:xfrm>
        <a:graphic>
          <a:graphicData uri="http://schemas.openxmlformats.org/drawingml/2006/table">
            <a:tbl>
              <a:tblPr/>
              <a:tblGrid>
                <a:gridCol w="340858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2171277">
                  <a:extLst>
                    <a:ext uri="{9D8B030D-6E8A-4147-A177-3AD203B41FA5}">
                      <a16:colId xmlns:a16="http://schemas.microsoft.com/office/drawing/2014/main" val="287966880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(Test image size)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MACs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(Approx. inference time)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230.04M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(136.93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846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230.93M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(137.46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91903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51.05M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(30.39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563146"/>
                  </a:ext>
                </a:extLst>
              </a:tr>
              <a:tr h="4895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51.24M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(30.50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6410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stride2[0]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189.02M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(112.51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1207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stride2[1]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171.57M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(102.125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822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stride2[2]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153.8M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(91.55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00545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stride2[3]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133.03M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(79.18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19462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stride2[4]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78.1M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(76.49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28956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634792D7-C222-0E3E-99A3-D20434E8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37FAB7B8-F81C-7565-8FF9-E85E00773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9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Result Metric (MMAC)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81C0AED-C46D-E67B-169D-7671FD26E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745831"/>
              </p:ext>
            </p:extLst>
          </p:nvPr>
        </p:nvGraphicFramePr>
        <p:xfrm>
          <a:off x="6321559" y="1155371"/>
          <a:ext cx="5579858" cy="5623560"/>
        </p:xfrm>
        <a:graphic>
          <a:graphicData uri="http://schemas.openxmlformats.org/drawingml/2006/table">
            <a:tbl>
              <a:tblPr/>
              <a:tblGrid>
                <a:gridCol w="340858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2171277">
                  <a:extLst>
                    <a:ext uri="{9D8B030D-6E8A-4147-A177-3AD203B41FA5}">
                      <a16:colId xmlns:a16="http://schemas.microsoft.com/office/drawing/2014/main" val="287966880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(Test image size)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MACs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(Approx. inference time)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59.89M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(35.65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846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60.07M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(35.76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91903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13.76M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(8.19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563146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13.8M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(8.21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6410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stride2[0]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49.23M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(29.30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1207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stride2[1]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45.66M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(27.18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822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stride2[2]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41.82M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(24.89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00545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stride2[3]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36.51M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(21.73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19462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stride2[4]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23.63M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(14.07 </a:t>
                      </a:r>
                      <a:r>
                        <a:rPr lang="en-US" sz="12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28956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551BCDFF-1D08-8127-0679-FCD996CFDE64}"/>
              </a:ext>
            </a:extLst>
          </p:cNvPr>
          <p:cNvSpPr txBox="1"/>
          <p:nvPr/>
        </p:nvSpPr>
        <p:spPr>
          <a:xfrm>
            <a:off x="10373096" y="139708"/>
            <a:ext cx="1591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Teacher: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Large</a:t>
            </a:r>
          </a:p>
          <a:p>
            <a:endParaRPr lang="en-US" altLang="zh-TW" sz="1200" b="1" dirty="0"/>
          </a:p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796973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9492C-7A66-F24C-E5BB-34F0D9EDE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876FC4-34CC-DD21-C166-1B9D3689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Model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3ADD6765-398E-4D67-0DF3-101F583BC4A4}"/>
              </a:ext>
            </a:extLst>
          </p:cNvPr>
          <p:cNvGrpSpPr/>
          <p:nvPr/>
        </p:nvGrpSpPr>
        <p:grpSpPr>
          <a:xfrm>
            <a:off x="978231" y="1690688"/>
            <a:ext cx="10235538" cy="4318226"/>
            <a:chOff x="1339147" y="1690688"/>
            <a:chExt cx="9407030" cy="3818857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23B1C22-040E-3E6F-48E9-535682F8F739}"/>
                </a:ext>
              </a:extLst>
            </p:cNvPr>
            <p:cNvGrpSpPr/>
            <p:nvPr/>
          </p:nvGrpSpPr>
          <p:grpSpPr>
            <a:xfrm>
              <a:off x="2018021" y="1690688"/>
              <a:ext cx="8728156" cy="3818857"/>
              <a:chOff x="2018021" y="1690688"/>
              <a:chExt cx="8728156" cy="3818857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499EDD16-36C2-F2E3-741C-BD560B7ED341}"/>
                  </a:ext>
                </a:extLst>
              </p:cNvPr>
              <p:cNvGrpSpPr/>
              <p:nvPr/>
            </p:nvGrpSpPr>
            <p:grpSpPr>
              <a:xfrm>
                <a:off x="2018021" y="1690688"/>
                <a:ext cx="8155957" cy="3818857"/>
                <a:chOff x="2018021" y="1690688"/>
                <a:chExt cx="8155957" cy="3818857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B4C99C20-4EC1-0268-E68D-E3136AAEA1F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18021" y="1690688"/>
                  <a:ext cx="8155957" cy="381885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812F139D-9710-FBCA-274F-5C75974A6D94}"/>
                    </a:ext>
                  </a:extLst>
                </p:cNvPr>
                <p:cNvSpPr/>
                <p:nvPr/>
              </p:nvSpPr>
              <p:spPr>
                <a:xfrm>
                  <a:off x="5872346" y="3713887"/>
                  <a:ext cx="4120737" cy="176803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46" name="內容版面配置區 2">
                <a:extLst>
                  <a:ext uri="{FF2B5EF4-FFF2-40B4-BE49-F238E27FC236}">
                    <a16:creationId xmlns:a16="http://schemas.microsoft.com/office/drawing/2014/main" id="{DB089BA5-A6D4-53C0-C3D5-F23D42ACB2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93083" y="3681231"/>
                <a:ext cx="753094" cy="2375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stride2[4]</a:t>
                </a:r>
              </a:p>
            </p:txBody>
          </p:sp>
        </p:grpSp>
        <p:sp>
          <p:nvSpPr>
            <p:cNvPr id="52" name="內容版面配置區 2">
              <a:extLst>
                <a:ext uri="{FF2B5EF4-FFF2-40B4-BE49-F238E27FC236}">
                  <a16:creationId xmlns:a16="http://schemas.microsoft.com/office/drawing/2014/main" id="{44265336-D3AB-4187-9E4B-A70BF0BDF9B4}"/>
                </a:ext>
              </a:extLst>
            </p:cNvPr>
            <p:cNvSpPr txBox="1">
              <a:spLocks/>
            </p:cNvSpPr>
            <p:nvPr/>
          </p:nvSpPr>
          <p:spPr>
            <a:xfrm>
              <a:off x="1339147" y="1953056"/>
              <a:ext cx="753094" cy="23750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sz="1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stride2[0]</a:t>
              </a:r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5500B4-653A-78E9-83A8-20F4730E7980}"/>
              </a:ext>
            </a:extLst>
          </p:cNvPr>
          <p:cNvSpPr txBox="1"/>
          <p:nvPr/>
        </p:nvSpPr>
        <p:spPr>
          <a:xfrm>
            <a:off x="5394899" y="198575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033074E-3FD1-26CC-F2BA-CFCD67DEA151}"/>
              </a:ext>
            </a:extLst>
          </p:cNvPr>
          <p:cNvSpPr txBox="1"/>
          <p:nvPr/>
        </p:nvSpPr>
        <p:spPr>
          <a:xfrm>
            <a:off x="1624577" y="2154992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128x80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483E6F4C-8058-C91A-0D88-14CD23728AF9}"/>
              </a:ext>
            </a:extLst>
          </p:cNvPr>
          <p:cNvSpPr txBox="1"/>
          <p:nvPr/>
        </p:nvSpPr>
        <p:spPr>
          <a:xfrm>
            <a:off x="10149476" y="3937465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7CB41E13-217C-1CFC-D96C-0080461E0573}"/>
              </a:ext>
            </a:extLst>
          </p:cNvPr>
          <p:cNvSpPr txBox="1"/>
          <p:nvPr/>
        </p:nvSpPr>
        <p:spPr>
          <a:xfrm>
            <a:off x="3915233" y="6083768"/>
            <a:ext cx="4361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Red: </a:t>
            </a:r>
            <a:r>
              <a:rPr lang="en-US" altLang="zh-TW" sz="1400" dirty="0"/>
              <a:t>The layer we modified</a:t>
            </a:r>
          </a:p>
          <a:p>
            <a:r>
              <a:rPr lang="en-US" altLang="zh-TW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Blue: </a:t>
            </a:r>
            <a:r>
              <a:rPr lang="en-US" altLang="zh-TW" sz="1400" dirty="0"/>
              <a:t>The layers we selected to compute MGD Loss</a:t>
            </a:r>
            <a:endParaRPr lang="zh-TW" altLang="en-US" sz="1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D0B020B-5E09-8556-C3C3-ED568937C8E4}"/>
              </a:ext>
            </a:extLst>
          </p:cNvPr>
          <p:cNvSpPr txBox="1"/>
          <p:nvPr/>
        </p:nvSpPr>
        <p:spPr>
          <a:xfrm>
            <a:off x="1624577" y="2332069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128x80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DAA7A72-BC2A-4B7A-C8F6-166470CCFDE9}"/>
              </a:ext>
            </a:extLst>
          </p:cNvPr>
          <p:cNvSpPr txBox="1"/>
          <p:nvPr/>
        </p:nvSpPr>
        <p:spPr>
          <a:xfrm>
            <a:off x="1667431" y="2507996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64x40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238D133-E429-A312-D740-1DA6D414C1EA}"/>
              </a:ext>
            </a:extLst>
          </p:cNvPr>
          <p:cNvSpPr txBox="1"/>
          <p:nvPr/>
        </p:nvSpPr>
        <p:spPr>
          <a:xfrm>
            <a:off x="1667431" y="2676283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64x40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1903E43-2481-31AD-D3F0-2B02AB1735FF}"/>
              </a:ext>
            </a:extLst>
          </p:cNvPr>
          <p:cNvSpPr txBox="1"/>
          <p:nvPr/>
        </p:nvSpPr>
        <p:spPr>
          <a:xfrm>
            <a:off x="1667431" y="283603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32x20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C02BB64-EEDE-5588-C052-1B9F08637483}"/>
              </a:ext>
            </a:extLst>
          </p:cNvPr>
          <p:cNvSpPr txBox="1"/>
          <p:nvPr/>
        </p:nvSpPr>
        <p:spPr>
          <a:xfrm>
            <a:off x="1667430" y="3000129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32x20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E6EDF9A-D567-C321-BC9C-10104E1502D9}"/>
              </a:ext>
            </a:extLst>
          </p:cNvPr>
          <p:cNvSpPr txBox="1"/>
          <p:nvPr/>
        </p:nvSpPr>
        <p:spPr>
          <a:xfrm>
            <a:off x="1667430" y="3165582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32x20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2A21E1A-DA22-F7DA-F87C-CB735BFAD77A}"/>
              </a:ext>
            </a:extLst>
          </p:cNvPr>
          <p:cNvSpPr txBox="1"/>
          <p:nvPr/>
        </p:nvSpPr>
        <p:spPr>
          <a:xfrm>
            <a:off x="1667429" y="3341509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16329BE-C8B4-D094-4FD6-4B3C4C368105}"/>
              </a:ext>
            </a:extLst>
          </p:cNvPr>
          <p:cNvSpPr txBox="1"/>
          <p:nvPr/>
        </p:nvSpPr>
        <p:spPr>
          <a:xfrm>
            <a:off x="1667429" y="3517436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D3D6C40-6128-76DE-DB17-6C576B705356}"/>
              </a:ext>
            </a:extLst>
          </p:cNvPr>
          <p:cNvSpPr txBox="1"/>
          <p:nvPr/>
        </p:nvSpPr>
        <p:spPr>
          <a:xfrm>
            <a:off x="1667429" y="3681756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F2F3667-242F-C59C-085E-BEC967D54298}"/>
              </a:ext>
            </a:extLst>
          </p:cNvPr>
          <p:cNvSpPr txBox="1"/>
          <p:nvPr/>
        </p:nvSpPr>
        <p:spPr>
          <a:xfrm>
            <a:off x="1667428" y="3842066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BC59B8A-A8A2-3DE7-0833-FAC0E8C4AD99}"/>
              </a:ext>
            </a:extLst>
          </p:cNvPr>
          <p:cNvSpPr txBox="1"/>
          <p:nvPr/>
        </p:nvSpPr>
        <p:spPr>
          <a:xfrm>
            <a:off x="1624577" y="401864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DDB46FF-DA29-A40E-1FFD-61560CCDE110}"/>
              </a:ext>
            </a:extLst>
          </p:cNvPr>
          <p:cNvSpPr txBox="1"/>
          <p:nvPr/>
        </p:nvSpPr>
        <p:spPr>
          <a:xfrm>
            <a:off x="1637384" y="418628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B7D263B-02A7-86F9-620F-2024017308CE}"/>
              </a:ext>
            </a:extLst>
          </p:cNvPr>
          <p:cNvSpPr txBox="1"/>
          <p:nvPr/>
        </p:nvSpPr>
        <p:spPr>
          <a:xfrm>
            <a:off x="1637384" y="435824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93D6B1AB-3076-52ED-5992-3EE6547972D9}"/>
              </a:ext>
            </a:extLst>
          </p:cNvPr>
          <p:cNvSpPr txBox="1"/>
          <p:nvPr/>
        </p:nvSpPr>
        <p:spPr>
          <a:xfrm>
            <a:off x="1750369" y="451855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12F34DC-CDE1-B08A-9A76-085346BE562E}"/>
              </a:ext>
            </a:extLst>
          </p:cNvPr>
          <p:cNvSpPr txBox="1"/>
          <p:nvPr/>
        </p:nvSpPr>
        <p:spPr>
          <a:xfrm>
            <a:off x="1750368" y="469784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9750741C-1E22-6D57-B0BB-57A5FE7CFB27}"/>
              </a:ext>
            </a:extLst>
          </p:cNvPr>
          <p:cNvSpPr txBox="1"/>
          <p:nvPr/>
        </p:nvSpPr>
        <p:spPr>
          <a:xfrm>
            <a:off x="1750367" y="4858258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F72BEC50-558D-4A17-17DD-7BCE15E77C4B}"/>
              </a:ext>
            </a:extLst>
          </p:cNvPr>
          <p:cNvSpPr txBox="1"/>
          <p:nvPr/>
        </p:nvSpPr>
        <p:spPr>
          <a:xfrm>
            <a:off x="5827452" y="2080028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128x80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13B52B50-0A91-7787-6A80-1DB2E5A975ED}"/>
              </a:ext>
            </a:extLst>
          </p:cNvPr>
          <p:cNvSpPr txBox="1"/>
          <p:nvPr/>
        </p:nvSpPr>
        <p:spPr>
          <a:xfrm>
            <a:off x="5863098" y="2281505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64x40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3D1D0DF4-58D1-DE68-69A1-1DC36C9E0332}"/>
              </a:ext>
            </a:extLst>
          </p:cNvPr>
          <p:cNvSpPr txBox="1"/>
          <p:nvPr/>
        </p:nvSpPr>
        <p:spPr>
          <a:xfrm>
            <a:off x="5833390" y="249612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32x20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11BA0A68-350E-F4D5-4737-920146F45FAE}"/>
              </a:ext>
            </a:extLst>
          </p:cNvPr>
          <p:cNvSpPr txBox="1"/>
          <p:nvPr/>
        </p:nvSpPr>
        <p:spPr>
          <a:xfrm>
            <a:off x="5827452" y="269753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B25A114F-E6DB-D847-1AA1-2CCFA4CDBB94}"/>
              </a:ext>
            </a:extLst>
          </p:cNvPr>
          <p:cNvSpPr txBox="1"/>
          <p:nvPr/>
        </p:nvSpPr>
        <p:spPr>
          <a:xfrm>
            <a:off x="5827452" y="291048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16x10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108276C-A1EA-60DB-16AA-C2D31F4B6BB1}"/>
              </a:ext>
            </a:extLst>
          </p:cNvPr>
          <p:cNvSpPr txBox="1"/>
          <p:nvPr/>
        </p:nvSpPr>
        <p:spPr>
          <a:xfrm>
            <a:off x="5960115" y="310745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787B509E-7D75-6DC5-0328-F76699C5278A}"/>
              </a:ext>
            </a:extLst>
          </p:cNvPr>
          <p:cNvSpPr txBox="1"/>
          <p:nvPr/>
        </p:nvSpPr>
        <p:spPr>
          <a:xfrm>
            <a:off x="5960115" y="332074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E4F291B8-3997-85A7-CEBD-782E47FA7922}"/>
              </a:ext>
            </a:extLst>
          </p:cNvPr>
          <p:cNvSpPr txBox="1"/>
          <p:nvPr/>
        </p:nvSpPr>
        <p:spPr>
          <a:xfrm>
            <a:off x="5952902" y="3514065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386941EE-B331-55E1-41E7-70D2724E8E6B}"/>
              </a:ext>
            </a:extLst>
          </p:cNvPr>
          <p:cNvSpPr txBox="1"/>
          <p:nvPr/>
        </p:nvSpPr>
        <p:spPr>
          <a:xfrm>
            <a:off x="5960114" y="3732083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E50D7EF4-3838-1E2B-BD9F-6567DA22EF73}"/>
              </a:ext>
            </a:extLst>
          </p:cNvPr>
          <p:cNvSpPr txBox="1"/>
          <p:nvPr/>
        </p:nvSpPr>
        <p:spPr>
          <a:xfrm>
            <a:off x="5960114" y="3945436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17815C2B-5CA2-5929-9857-78357FADACD2}"/>
              </a:ext>
            </a:extLst>
          </p:cNvPr>
          <p:cNvSpPr txBox="1"/>
          <p:nvPr/>
        </p:nvSpPr>
        <p:spPr>
          <a:xfrm>
            <a:off x="5952902" y="414651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D15A476B-2643-1273-69CF-3A6DA9A9A5F7}"/>
              </a:ext>
            </a:extLst>
          </p:cNvPr>
          <p:cNvSpPr txBox="1"/>
          <p:nvPr/>
        </p:nvSpPr>
        <p:spPr>
          <a:xfrm>
            <a:off x="5945690" y="4345903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7C4839D8-8C59-17EB-1EC6-2C97698C6AB5}"/>
              </a:ext>
            </a:extLst>
          </p:cNvPr>
          <p:cNvSpPr txBox="1"/>
          <p:nvPr/>
        </p:nvSpPr>
        <p:spPr>
          <a:xfrm>
            <a:off x="5949593" y="4550160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37267CA8-D263-CDD0-52A2-D1CC4B37A2D4}"/>
              </a:ext>
            </a:extLst>
          </p:cNvPr>
          <p:cNvSpPr txBox="1"/>
          <p:nvPr/>
        </p:nvSpPr>
        <p:spPr>
          <a:xfrm>
            <a:off x="5919123" y="4758995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9F14D924-8468-3448-E196-4ADD84128725}"/>
              </a:ext>
            </a:extLst>
          </p:cNvPr>
          <p:cNvSpPr txBox="1"/>
          <p:nvPr/>
        </p:nvSpPr>
        <p:spPr>
          <a:xfrm>
            <a:off x="3053312" y="4861874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EB06A62C-2FF6-DDDE-A862-381F7E9BB408}"/>
              </a:ext>
            </a:extLst>
          </p:cNvPr>
          <p:cNvSpPr txBox="1"/>
          <p:nvPr/>
        </p:nvSpPr>
        <p:spPr>
          <a:xfrm>
            <a:off x="7412679" y="4760491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8x5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A3DF4E9-F101-A2C7-3FF5-5B8CD61F9D74}"/>
              </a:ext>
            </a:extLst>
          </p:cNvPr>
          <p:cNvSpPr/>
          <p:nvPr/>
        </p:nvSpPr>
        <p:spPr>
          <a:xfrm>
            <a:off x="1716897" y="4423513"/>
            <a:ext cx="3890456" cy="493449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339C06B-B0EC-F00A-158D-7A226B7D1EC8}"/>
              </a:ext>
            </a:extLst>
          </p:cNvPr>
          <p:cNvSpPr/>
          <p:nvPr/>
        </p:nvSpPr>
        <p:spPr>
          <a:xfrm>
            <a:off x="5910684" y="4186280"/>
            <a:ext cx="4492103" cy="604154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E1EBE7F-4277-D1A1-517F-19C4081A728B}"/>
              </a:ext>
            </a:extLst>
          </p:cNvPr>
          <p:cNvSpPr txBox="1"/>
          <p:nvPr/>
        </p:nvSpPr>
        <p:spPr>
          <a:xfrm>
            <a:off x="1624577" y="1990352"/>
            <a:ext cx="676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highlight>
                  <a:srgbClr val="E6ECEF"/>
                </a:highlight>
              </a:rPr>
              <a:t>128x80</a:t>
            </a:r>
            <a:endParaRPr lang="zh-TW" altLang="en-US" sz="1200" dirty="0">
              <a:highlight>
                <a:srgbClr val="E6ECEF"/>
              </a:highlight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7ABD812-C1E6-24FF-27C2-D1F538FD5827}"/>
              </a:ext>
            </a:extLst>
          </p:cNvPr>
          <p:cNvSpPr/>
          <p:nvPr/>
        </p:nvSpPr>
        <p:spPr>
          <a:xfrm>
            <a:off x="1716896" y="2041527"/>
            <a:ext cx="3984246" cy="1509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9442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B3F5-8597-5700-0C57-1B80F8DD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0AE87-4545-8F6C-248F-E03E9F3B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I5-10500 + 2080Ti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seed = 42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SGD(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weight_decay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1e-4)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BCEWithLogitsLoss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CosineAnnealingLR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Modify the stride of layer stride2[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from 2 to 1</a:t>
                </a:r>
              </a:p>
              <a:p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lr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alpha and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lambda_mgd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changed every attempt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 Dataset as training set (0.8 for training and 0.2 for validating)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Google Dataset as testing set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MobileNet_V3_Large with modified stride2[0] layer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teacher model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MobileNet_V3_Small with modified stride2[4] layer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student model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  <a:blipFill>
                <a:blip r:embed="rId3"/>
                <a:stretch>
                  <a:fillRect l="-780" t="-28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963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38E0A-3968-C94B-0C79-A2B3CB86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ABDA77-EE4A-8AA3-A9BF-1513AD63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35AD1E7-7054-0E84-F26A-23D6E01AE6A6}"/>
              </a:ext>
            </a:extLst>
          </p:cNvPr>
          <p:cNvSpPr txBox="1"/>
          <p:nvPr/>
        </p:nvSpPr>
        <p:spPr>
          <a:xfrm>
            <a:off x="4481869" y="1690688"/>
            <a:ext cx="16141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0.01</a:t>
            </a:r>
          </a:p>
          <a:p>
            <a:r>
              <a:rPr lang="en-US" altLang="zh-TW" sz="1400" dirty="0"/>
              <a:t>alpha = 0.01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0.1</a:t>
            </a:r>
            <a:endParaRPr lang="zh-TW" altLang="en-US" sz="1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39958D4-41D2-2853-ACEA-97A171E03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69" y="1740249"/>
            <a:ext cx="4286400" cy="252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0BD613B-25D4-700F-04B1-54ECD9C22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542" y="1740249"/>
            <a:ext cx="4253989" cy="25200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262C3348-8606-F36E-029A-55D30C97E476}"/>
              </a:ext>
            </a:extLst>
          </p:cNvPr>
          <p:cNvSpPr txBox="1"/>
          <p:nvPr/>
        </p:nvSpPr>
        <p:spPr>
          <a:xfrm>
            <a:off x="6005788" y="3261070"/>
            <a:ext cx="17367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0.01</a:t>
            </a:r>
          </a:p>
          <a:p>
            <a:r>
              <a:rPr lang="en-US" altLang="zh-TW" sz="1400" dirty="0"/>
              <a:t>alpha = 0.01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0.05</a:t>
            </a:r>
            <a:endParaRPr lang="zh-TW" altLang="en-US" sz="14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BECA010-4527-731F-DC89-4DC414C161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69" y="4260249"/>
            <a:ext cx="4286400" cy="252000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E87AF80A-F9BB-B6C2-F697-2816D863187B}"/>
              </a:ext>
            </a:extLst>
          </p:cNvPr>
          <p:cNvSpPr txBox="1"/>
          <p:nvPr/>
        </p:nvSpPr>
        <p:spPr>
          <a:xfrm>
            <a:off x="4503581" y="4260249"/>
            <a:ext cx="16141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0.01</a:t>
            </a:r>
          </a:p>
          <a:p>
            <a:r>
              <a:rPr lang="en-US" altLang="zh-TW" sz="1400" dirty="0"/>
              <a:t>alpha = 0.005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0.1</a:t>
            </a:r>
            <a:endParaRPr lang="zh-TW" altLang="en-US" sz="1400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257B4B8F-A4A9-AF13-CA9F-9149C8F5E1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486" y="4260249"/>
            <a:ext cx="4262045" cy="2520000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1BE4C515-70F8-A64E-281E-064B70F752D1}"/>
              </a:ext>
            </a:extLst>
          </p:cNvPr>
          <p:cNvSpPr txBox="1"/>
          <p:nvPr/>
        </p:nvSpPr>
        <p:spPr>
          <a:xfrm>
            <a:off x="6128411" y="5830631"/>
            <a:ext cx="16141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0.01</a:t>
            </a:r>
          </a:p>
          <a:p>
            <a:r>
              <a:rPr lang="en-US" altLang="zh-TW" sz="1400" dirty="0"/>
              <a:t>alpha = 0.01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0.2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24732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AD2CA-8FA9-A843-5939-7B1A24F3C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CB49B2-8538-7E82-E0D1-0A6F009EF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EFEE1D6-9266-9720-E492-8FB4459766E4}"/>
              </a:ext>
            </a:extLst>
          </p:cNvPr>
          <p:cNvSpPr txBox="1"/>
          <p:nvPr/>
        </p:nvSpPr>
        <p:spPr>
          <a:xfrm>
            <a:off x="4481869" y="1690688"/>
            <a:ext cx="17258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0.01</a:t>
            </a:r>
          </a:p>
          <a:p>
            <a:r>
              <a:rPr lang="en-US" altLang="zh-TW" sz="1400" dirty="0"/>
              <a:t>alpha = 0.01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0.01</a:t>
            </a:r>
            <a:endParaRPr lang="zh-TW" altLang="en-US" sz="1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2D788E7-C48C-7329-4B60-6BADDE055407}"/>
              </a:ext>
            </a:extLst>
          </p:cNvPr>
          <p:cNvSpPr txBox="1"/>
          <p:nvPr/>
        </p:nvSpPr>
        <p:spPr>
          <a:xfrm>
            <a:off x="6005788" y="3261070"/>
            <a:ext cx="171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0.02</a:t>
            </a:r>
          </a:p>
          <a:p>
            <a:r>
              <a:rPr lang="en-US" altLang="zh-TW" sz="1400" dirty="0"/>
              <a:t>alpha = 0.0075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0.3</a:t>
            </a:r>
            <a:endParaRPr lang="zh-TW" altLang="en-US" sz="14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BB9FEB0-B066-7EE5-72D1-188870AE732E}"/>
              </a:ext>
            </a:extLst>
          </p:cNvPr>
          <p:cNvSpPr txBox="1"/>
          <p:nvPr/>
        </p:nvSpPr>
        <p:spPr>
          <a:xfrm>
            <a:off x="4503581" y="4260249"/>
            <a:ext cx="16141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0.01</a:t>
            </a:r>
          </a:p>
          <a:p>
            <a:r>
              <a:rPr lang="en-US" altLang="zh-TW" sz="1400" dirty="0"/>
              <a:t>alpha = 0.015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0.2</a:t>
            </a:r>
            <a:endParaRPr lang="zh-TW" altLang="en-US" sz="14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2EC15D0-B75D-E4CA-0BE0-5D562293DBD0}"/>
              </a:ext>
            </a:extLst>
          </p:cNvPr>
          <p:cNvSpPr txBox="1"/>
          <p:nvPr/>
        </p:nvSpPr>
        <p:spPr>
          <a:xfrm>
            <a:off x="6027341" y="5830631"/>
            <a:ext cx="1715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lr</a:t>
            </a:r>
            <a:r>
              <a:rPr lang="en-US" altLang="zh-TW" sz="1400" dirty="0"/>
              <a:t> = 0.02</a:t>
            </a:r>
          </a:p>
          <a:p>
            <a:r>
              <a:rPr lang="en-US" altLang="zh-TW" sz="1400" dirty="0"/>
              <a:t>alpha = 0.0075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0.15</a:t>
            </a:r>
            <a:endParaRPr lang="zh-TW" altLang="en-US" sz="1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6F8770D-99A0-1A50-8CAE-3A5F9BD06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13" y="1740249"/>
            <a:ext cx="4286400" cy="2520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82C6254-71F8-2AB4-A5CF-D766BDFC1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542" y="1690688"/>
            <a:ext cx="4286400" cy="25200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9EE6D9EE-92BE-D46C-44F7-9B839153A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13" y="4260249"/>
            <a:ext cx="4344000" cy="252000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A9423540-0149-59B9-967E-E09C8BFEE0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2542" y="4260249"/>
            <a:ext cx="42864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728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DE7C-9164-8009-F780-2C99CEFF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B081C3AC-D5B3-6E71-9193-0257AF5E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2EA36D5-14DF-DDA2-474D-DCBA79C6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280611"/>
              </p:ext>
            </p:extLst>
          </p:nvPr>
        </p:nvGraphicFramePr>
        <p:xfrm>
          <a:off x="949996" y="1926268"/>
          <a:ext cx="10292007" cy="3005463"/>
        </p:xfrm>
        <a:graphic>
          <a:graphicData uri="http://schemas.openxmlformats.org/drawingml/2006/table">
            <a:tbl>
              <a:tblPr/>
              <a:tblGrid>
                <a:gridCol w="3647372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stride2[0]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80247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82.81%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5.09%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3.85%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440480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0.01, alpha = 0.01,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0.15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2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0.02, alpha = 0.0075,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99.55%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0.86%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188</a:t>
                      </a:r>
                      <a:endParaRPr lang="zh-TW" altLang="en-US" sz="120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859686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3 layer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0.02, alpha = 0.005,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0.075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91.40%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4.25%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6.79%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1.71%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190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106108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752FB7A-2BAA-B0F6-A508-57DA375A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C155226-6E0A-EE3E-2850-F5FFFA6571C6}"/>
              </a:ext>
            </a:extLst>
          </p:cNvPr>
          <p:cNvSpPr txBox="1"/>
          <p:nvPr/>
        </p:nvSpPr>
        <p:spPr>
          <a:xfrm>
            <a:off x="5327750" y="5277126"/>
            <a:ext cx="1554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Teacher: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Large</a:t>
            </a:r>
          </a:p>
          <a:p>
            <a:endParaRPr lang="en-US" altLang="zh-TW" sz="1200" b="1" dirty="0"/>
          </a:p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25DAE52-5596-1437-EA9A-820148BA36B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982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CDD3A-F93D-35A0-605D-20A686301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C6A440-277E-8033-2510-C7B541D4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ADB3EC-AC92-2C08-674A-335F3D6C5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up tuning hyperparameters on 3-layers MGD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to search papers about what will happen when changing the input channel size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the input channel from 3 to 1</a:t>
            </a:r>
          </a:p>
        </p:txBody>
      </p:sp>
    </p:spTree>
    <p:extLst>
      <p:ext uri="{BB962C8B-B14F-4D97-AF65-F5344CB8AC3E}">
        <p14:creationId xmlns:p14="http://schemas.microsoft.com/office/powerpoint/2010/main" val="1621813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4175</TotalTime>
  <Words>858</Words>
  <Application>Microsoft Office PowerPoint</Application>
  <PresentationFormat>寬螢幕</PresentationFormat>
  <Paragraphs>278</Paragraphs>
  <Slides>10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3/31 個人咪挺 The result of MGD with multiple feature layers</vt:lpstr>
      <vt:lpstr>Notation</vt:lpstr>
      <vt:lpstr>Recall – Result Metric (MMAC)</vt:lpstr>
      <vt:lpstr>Modified Model Structure</vt:lpstr>
      <vt:lpstr>Recall – MGD Process</vt:lpstr>
      <vt:lpstr>Train Setting</vt:lpstr>
      <vt:lpstr>Metric Curve (TDR@FDR=1%)</vt:lpstr>
      <vt:lpstr>Metric Curve (TDR@FDR=1%)</vt:lpstr>
      <vt:lpstr>PowerPoint 簡報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100</cp:revision>
  <dcterms:created xsi:type="dcterms:W3CDTF">2025-09-01T15:41:03Z</dcterms:created>
  <dcterms:modified xsi:type="dcterms:W3CDTF">2026-03-30T16:26:24Z</dcterms:modified>
</cp:coreProperties>
</file>