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31" r:id="rId3"/>
    <p:sldId id="340" r:id="rId4"/>
    <p:sldId id="349" r:id="rId5"/>
    <p:sldId id="348" r:id="rId6"/>
    <p:sldId id="347" r:id="rId7"/>
    <p:sldId id="346" r:id="rId8"/>
    <p:sldId id="320" r:id="rId9"/>
    <p:sldId id="313" r:id="rId10"/>
    <p:sldId id="343" r:id="rId11"/>
    <p:sldId id="342" r:id="rId12"/>
    <p:sldId id="312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C5E8"/>
    <a:srgbClr val="EFF98F"/>
    <a:srgbClr val="E6ECE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4B4C-0D89-C7F5-C9A7-CD43D16E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B4BAA4-EB62-2A04-1C9E-1C0874C9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2E1049-927E-3BC6-DEBC-54BC026B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2CB070-4B33-E6CD-C60B-7F4F028EA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0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55D5-2AE7-3505-83CE-27A65EAC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A080F61-9838-159C-B319-99A26D446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76C2FDA-B71C-1DAA-D98D-F4ACA7F7F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4627EF-9B86-10D7-4298-AD17CA97E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352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A2C-46F1-5B96-2DCF-2E64F76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1E7264-8AEF-E9E5-F552-D4C3028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AFFF96-F026-A9DB-B3CE-CAE0B57D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DF299-338A-E4AE-7B69-48D4F506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11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A49A-0FB9-FF4D-1666-944993E1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E5113E-7F63-BB0C-59DD-0FAB8B130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97278C-F565-7F3A-9E2F-B1BF998F1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18176C-E3EB-CC10-0EB9-1D2D3163D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4823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AF60-5971-5CCA-3009-805BC9BE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87589F-94CE-54F6-AD8D-B76120FE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43DEB6-F41D-561C-545A-4F61D5847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9FFB7E-801C-ACEB-136C-BE16B6B84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561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7DDA-34C2-5860-40A0-DB96E382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F7D7D1-89B6-DE65-8756-67624128E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5252D3-9FD1-6701-C572-49FA29CD9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8266E4-FCA7-8B5F-DBC0-CD32A64AC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456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5/20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團體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effect of custom layers and KD results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031210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  <a:br>
              <a:rPr lang="en-US" altLang="zh-TW" sz="1200" dirty="0"/>
            </a:br>
            <a:r>
              <a:rPr lang="en-US" altLang="zh-TW" sz="1200" dirty="0">
                <a:solidFill>
                  <a:srgbClr val="FF0000"/>
                </a:solidFill>
              </a:rPr>
              <a:t>Red</a:t>
            </a:r>
            <a:r>
              <a:rPr lang="en-US" altLang="zh-TW" sz="1200" dirty="0"/>
              <a:t>: The layer we modified stride number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9669128-3870-BF7D-A101-5A7E187A2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544" y="1889631"/>
            <a:ext cx="5024603" cy="366802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3477D0B-1BFD-783F-3FF6-7D3FA8FEB257}"/>
              </a:ext>
            </a:extLst>
          </p:cNvPr>
          <p:cNvSpPr/>
          <p:nvPr/>
        </p:nvSpPr>
        <p:spPr>
          <a:xfrm>
            <a:off x="6259159" y="4040934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AD89-5EA1-1FA4-F27E-83B394FFE84D}"/>
              </a:ext>
            </a:extLst>
          </p:cNvPr>
          <p:cNvSpPr/>
          <p:nvPr/>
        </p:nvSpPr>
        <p:spPr>
          <a:xfrm>
            <a:off x="6259159" y="4626158"/>
            <a:ext cx="4794811" cy="1731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7C474-7B9C-9D3C-BE62-F5BB3EE8C1EA}"/>
              </a:ext>
            </a:extLst>
          </p:cNvPr>
          <p:cNvSpPr/>
          <p:nvPr/>
        </p:nvSpPr>
        <p:spPr>
          <a:xfrm>
            <a:off x="1022153" y="1791188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" y="2742148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4" y="2742148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336501" y="4272149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445725" y="4252270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906877" y="5877420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232847" y="5877420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B774-2C1A-F198-01B5-B3B149F2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91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Change the ordering of SE layer forward pass</a:t>
            </a:r>
          </a:p>
          <a:p>
            <a:pPr fontAlgn="base"/>
            <a:r>
              <a:rPr lang="en-US" altLang="zh-TW" dirty="0"/>
              <a:t>Add an activation function in the end of projection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C58D-7C7F-0763-E1B0-26909F0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24889-E59C-DE90-411A-80C2AED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Type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AC2D-B35A-5A70-E382-1EEB3B1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SE forward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projection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both</a:t>
            </a:r>
          </a:p>
        </p:txBody>
      </p:sp>
    </p:spTree>
    <p:extLst>
      <p:ext uri="{BB962C8B-B14F-4D97-AF65-F5344CB8AC3E}">
        <p14:creationId xmlns:p14="http://schemas.microsoft.com/office/powerpoint/2010/main" val="86680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3E15-D31A-2B4F-4BD6-BC08BF76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DE19DE-73FB-26A8-11F7-0A238D8D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E0186A-0852-2248-803D-D95DB3CBF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</p:txBody>
      </p:sp>
    </p:spTree>
    <p:extLst>
      <p:ext uri="{BB962C8B-B14F-4D97-AF65-F5344CB8AC3E}">
        <p14:creationId xmlns:p14="http://schemas.microsoft.com/office/powerpoint/2010/main" val="12200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F8A-A869-7FFC-3605-B87987F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E5EC59E-4F59-5FE4-0D44-38D1C522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D3C1A2-E21C-ECD0-06A6-786DFB687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509511"/>
              </p:ext>
            </p:extLst>
          </p:nvPr>
        </p:nvGraphicFramePr>
        <p:xfrm>
          <a:off x="847190" y="1171814"/>
          <a:ext cx="10496910" cy="4689963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6.033%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00348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projection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1.81%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164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06933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SE layer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99.10%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change both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85394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2308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4.04%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5.88%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2.19%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change projection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88.24%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4.87%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6.79%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2.95%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9944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change SE layer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4.52%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  <a:endParaRPr lang="zh-TW" altLang="en-US" sz="1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641779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Small, change both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04632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19A22A-EC94-85BF-933C-1DBB55DE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9246DCC3-E590-29F7-04FE-B4F9943A62B9}"/>
              </a:ext>
            </a:extLst>
          </p:cNvPr>
          <p:cNvSpPr txBox="1">
            <a:spLocks/>
          </p:cNvSpPr>
          <p:nvPr/>
        </p:nvSpPr>
        <p:spPr>
          <a:xfrm>
            <a:off x="837845" y="176313"/>
            <a:ext cx="10515600" cy="949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45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EF4D-E2B0-C5EC-4102-E3BBDB58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10143-BCE2-12E4-46FB-0867AD6EC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effect of change SE layer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008550-8A91-8783-BEF9-DAB7FA7A7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We register hooks on the first and last </a:t>
            </a:r>
            <a:r>
              <a:rPr lang="en-US" altLang="zh-TW" sz="2400" dirty="0" err="1"/>
              <a:t>bneck</a:t>
            </a:r>
            <a:r>
              <a:rPr lang="en-US" altLang="zh-TW" sz="2400" dirty="0"/>
              <a:t> blocks (</a:t>
            </a:r>
            <a:r>
              <a:rPr lang="en-US" altLang="zh-TW" sz="2400" dirty="0" err="1"/>
              <a:t>bneck</a:t>
            </a:r>
            <a:r>
              <a:rPr lang="en-US" altLang="zh-TW" sz="2400" dirty="0"/>
              <a:t>[0] and </a:t>
            </a:r>
            <a:r>
              <a:rPr lang="en-US" altLang="zh-TW" sz="2400" dirty="0" err="1"/>
              <a:t>bneck</a:t>
            </a:r>
            <a:r>
              <a:rPr lang="en-US" altLang="zh-TW" sz="2400" dirty="0"/>
              <a:t>[-1]) to analyze how modifying the SE layer's forward pass affects the output distribution.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F5F1A7-4CE6-AD8C-1A14-18B10B1DA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161312"/>
              </p:ext>
            </p:extLst>
          </p:nvPr>
        </p:nvGraphicFramePr>
        <p:xfrm>
          <a:off x="698476" y="4840872"/>
          <a:ext cx="10795045" cy="1727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31345">
                  <a:extLst>
                    <a:ext uri="{9D8B030D-6E8A-4147-A177-3AD203B41FA5}">
                      <a16:colId xmlns:a16="http://schemas.microsoft.com/office/drawing/2014/main" val="1023506511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1092992939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3922675000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2130996834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2256380975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1615274660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2207965256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1322286402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3416291998"/>
                    </a:ext>
                  </a:extLst>
                </a:gridCol>
                <a:gridCol w="1372900">
                  <a:extLst>
                    <a:ext uri="{9D8B030D-6E8A-4147-A177-3AD203B41FA5}">
                      <a16:colId xmlns:a16="http://schemas.microsoft.com/office/drawing/2014/main" val="3749842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Model &amp; layer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p99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std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% &lt; 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% within 0.5 ± 1e-6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3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No change,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0.2682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0.3063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0.5717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0.6192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0.4386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0.0896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0.4187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67.23%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7272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No change,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[-1]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0.4937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0.4971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0.5032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0.5077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0.4999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0.0024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0.4999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57.35%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0.73%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92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change,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0.6738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0.7294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0.5514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0.0590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0.5367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38.05%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779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chnage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[-1]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0.5064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0.5162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0.5014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0.0051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51.32%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928624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1E27FAC-1560-D7D9-B511-92C699B10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130183"/>
              </p:ext>
            </p:extLst>
          </p:nvPr>
        </p:nvGraphicFramePr>
        <p:xfrm>
          <a:off x="698477" y="2629150"/>
          <a:ext cx="10795045" cy="1727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31345">
                  <a:extLst>
                    <a:ext uri="{9D8B030D-6E8A-4147-A177-3AD203B41FA5}">
                      <a16:colId xmlns:a16="http://schemas.microsoft.com/office/drawing/2014/main" val="1023506511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1092992939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3922675000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2130996834"/>
                    </a:ext>
                  </a:extLst>
                </a:gridCol>
                <a:gridCol w="1066199">
                  <a:extLst>
                    <a:ext uri="{9D8B030D-6E8A-4147-A177-3AD203B41FA5}">
                      <a16:colId xmlns:a16="http://schemas.microsoft.com/office/drawing/2014/main" val="2256380975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1615274660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2207965256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1322286402"/>
                    </a:ext>
                  </a:extLst>
                </a:gridCol>
                <a:gridCol w="956501">
                  <a:extLst>
                    <a:ext uri="{9D8B030D-6E8A-4147-A177-3AD203B41FA5}">
                      <a16:colId xmlns:a16="http://schemas.microsoft.com/office/drawing/2014/main" val="3416291998"/>
                    </a:ext>
                  </a:extLst>
                </a:gridCol>
                <a:gridCol w="1372900">
                  <a:extLst>
                    <a:ext uri="{9D8B030D-6E8A-4147-A177-3AD203B41FA5}">
                      <a16:colId xmlns:a16="http://schemas.microsoft.com/office/drawing/2014/main" val="3749842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Model &amp; layer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p95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p99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mean 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std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% &lt; 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% within 0.5 ± 1e-6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3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No change,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0.1486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0.2231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0.5473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0.5712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0.4561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0.0912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0.4861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66.25%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0.01%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7272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No change,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[-1]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0.4868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0.4926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0.5063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0.5200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0.4996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0.0061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0.4997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57.92%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0.33%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92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change,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0.5592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0.6430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0.5145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0.0270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0.5020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44.84%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779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change, </a:t>
                      </a:r>
                      <a:r>
                        <a:rPr lang="en-US" altLang="zh-TW" sz="1000" b="0" dirty="0" err="1">
                          <a:solidFill>
                            <a:schemeClr val="tx1"/>
                          </a:solidFill>
                        </a:rPr>
                        <a:t>bneck</a:t>
                      </a:r>
                      <a:r>
                        <a:rPr lang="en-US" altLang="zh-TW" sz="1000" b="0" dirty="0">
                          <a:solidFill>
                            <a:schemeClr val="tx1"/>
                          </a:solidFill>
                        </a:rPr>
                        <a:t>[-1]</a:t>
                      </a:r>
                      <a:endParaRPr lang="zh-TW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0.5072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0.5327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0.5018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0.0071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solidFill>
                            <a:schemeClr val="tx1"/>
                          </a:solidFill>
                        </a:rPr>
                        <a:t>51.16%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928624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EEC0B11-2D7C-B863-D130-965D09FCD651}"/>
              </a:ext>
            </a:extLst>
          </p:cNvPr>
          <p:cNvSpPr txBox="1"/>
          <p:nvPr/>
        </p:nvSpPr>
        <p:spPr>
          <a:xfrm>
            <a:off x="5359610" y="4357421"/>
            <a:ext cx="14727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Large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801EA07-B223-6D25-6F50-E1638237A7AF}"/>
              </a:ext>
            </a:extLst>
          </p:cNvPr>
          <p:cNvSpPr txBox="1"/>
          <p:nvPr/>
        </p:nvSpPr>
        <p:spPr>
          <a:xfrm>
            <a:off x="5358232" y="6581001"/>
            <a:ext cx="1475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Small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719D23E-D117-0981-CF68-568E608B9F4C}"/>
              </a:ext>
            </a:extLst>
          </p:cNvPr>
          <p:cNvSpPr txBox="1"/>
          <p:nvPr/>
        </p:nvSpPr>
        <p:spPr>
          <a:xfrm>
            <a:off x="9617974" y="808537"/>
            <a:ext cx="24737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1st percentile of sorted output</a:t>
            </a:r>
          </a:p>
          <a:p>
            <a:pPr algn="ctr"/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5th percentile of sorted output</a:t>
            </a:r>
          </a:p>
          <a:p>
            <a:pPr algn="ctr"/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p95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95th percentile of sorted output</a:t>
            </a:r>
          </a:p>
          <a:p>
            <a:pPr algn="ctr"/>
            <a:r>
              <a:rPr lang="en-US" altLang="zh-TW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p99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99th percentile of sorted output</a:t>
            </a:r>
          </a:p>
          <a:p>
            <a:pPr algn="ctr"/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23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260F51-E89C-3260-3278-B4B7AA515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3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  <a:b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SE layer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MobileNet_V3_Small, change SE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F073-21D0-EFDE-56A7-5EB147B3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6C1401-6931-7B02-1AB0-5C12058A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7AC41E-1332-7BBE-723C-11A7168FD8F3}"/>
              </a:ext>
            </a:extLst>
          </p:cNvPr>
          <p:cNvSpPr txBox="1"/>
          <p:nvPr/>
        </p:nvSpPr>
        <p:spPr>
          <a:xfrm>
            <a:off x="2286849" y="5022374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= 0.01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6AC4EB4-302C-1C07-A599-2364362E2D68}"/>
              </a:ext>
            </a:extLst>
          </p:cNvPr>
          <p:cNvSpPr txBox="1"/>
          <p:nvPr/>
        </p:nvSpPr>
        <p:spPr>
          <a:xfrm>
            <a:off x="8355420" y="2919446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= 0.001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535D48E-7445-9F78-43B9-35A88929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8000"/>
            <a:ext cx="6123429" cy="360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684B0E1-9966-7DDE-6E53-E5B4F8B0E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0" y="3258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3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F428-56F1-474A-8398-4A9D2DD8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C2FF9-814C-9471-42C5-BEBA32C4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99EC55D-AB7B-7359-CB98-2597BAF2E1ED}"/>
              </a:ext>
            </a:extLst>
          </p:cNvPr>
          <p:cNvSpPr txBox="1"/>
          <p:nvPr/>
        </p:nvSpPr>
        <p:spPr>
          <a:xfrm>
            <a:off x="2286849" y="5022374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= 0.005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9B60AC5-64A1-EF01-4324-036BFAABA138}"/>
              </a:ext>
            </a:extLst>
          </p:cNvPr>
          <p:cNvSpPr txBox="1"/>
          <p:nvPr/>
        </p:nvSpPr>
        <p:spPr>
          <a:xfrm>
            <a:off x="8355420" y="2919446"/>
            <a:ext cx="1549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= 0.015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C758C9E-09C8-73B6-8511-57E49A570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8000"/>
            <a:ext cx="6123429" cy="3600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637F838-8D86-B182-072C-E5F00FDDE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0" y="3258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95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114516"/>
              </p:ext>
            </p:extLst>
          </p:nvPr>
        </p:nvGraphicFramePr>
        <p:xfrm>
          <a:off x="852047" y="2513008"/>
          <a:ext cx="10487196" cy="1831983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19213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zh-TW" alt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≥ </a:t>
                      </a: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85.11%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3.489%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6.033%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 0.956%</a:t>
                      </a:r>
                      <a:endParaRPr lang="zh-TW" altLang="en-US" sz="10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1layer, Custom </a:t>
                      </a:r>
                      <a:r>
                        <a:rPr kumimoji="0" lang="en-US" altLang="zh-TW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MGD 1layer,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kumimoji="0" lang="en-US" altLang="zh-TW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w/o extra activation function </a:t>
                      </a:r>
                      <a:endParaRPr kumimoji="0" lang="en-US" altLang="zh-TW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93.67%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1.67%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182</a:t>
                      </a:r>
                      <a:endParaRPr lang="zh-TW" alt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66524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B965526D-7A1F-4E28-BBBF-0B7F25ED05CE}"/>
              </a:ext>
            </a:extLst>
          </p:cNvPr>
          <p:cNvSpPr txBox="1">
            <a:spLocks/>
          </p:cNvSpPr>
          <p:nvPr/>
        </p:nvSpPr>
        <p:spPr>
          <a:xfrm>
            <a:off x="837845" y="176313"/>
            <a:ext cx="10515600" cy="949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5694</TotalTime>
  <Words>782</Words>
  <Application>Microsoft Office PowerPoint</Application>
  <PresentationFormat>寬螢幕</PresentationFormat>
  <Paragraphs>256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5/20 團體咪挺 The effect of custom layers and KD results</vt:lpstr>
      <vt:lpstr>Modified MobileNet Model Structure</vt:lpstr>
      <vt:lpstr>Modified vs. Custom Bneck Structure</vt:lpstr>
      <vt:lpstr>Current Model Type</vt:lpstr>
      <vt:lpstr>Train Setting</vt:lpstr>
      <vt:lpstr>PowerPoint 簡報</vt:lpstr>
      <vt:lpstr>Analysis effect of change SE layer</vt:lpstr>
      <vt:lpstr>Recall – MGD Process</vt:lpstr>
      <vt:lpstr>Train Setting</vt:lpstr>
      <vt:lpstr>Metric Curve (TDR@FDR=1%)</vt:lpstr>
      <vt:lpstr>Metric Curve (TDR@FDR=1%)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126</cp:revision>
  <dcterms:created xsi:type="dcterms:W3CDTF">2025-09-01T15:41:03Z</dcterms:created>
  <dcterms:modified xsi:type="dcterms:W3CDTF">2026-05-19T17:20:23Z</dcterms:modified>
</cp:coreProperties>
</file>