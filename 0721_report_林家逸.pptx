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37" r:id="rId3"/>
    <p:sldId id="353" r:id="rId4"/>
    <p:sldId id="355" r:id="rId5"/>
    <p:sldId id="356" r:id="rId6"/>
    <p:sldId id="360" r:id="rId7"/>
    <p:sldId id="357" r:id="rId8"/>
    <p:sldId id="354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8226-C105-D784-11F2-40BBD007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E7986B-4071-3144-2EBE-25802045D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DEDB1D-3B04-6D46-14F7-1A6BA2B80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2B54F8-41F0-AC12-1EB8-B9FD6FFEC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05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3985-2235-9076-C697-B10A8734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BB90BD-C094-4A74-2428-5B410CA0C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00244B-4F6D-8823-AE7F-E06AB95C5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702376-F510-B273-4626-0F8269531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99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094E-AB3D-0363-7CC7-A68E7BC6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30CA07-2173-C7C9-98E1-106F9D1B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BFA097-2325-2E87-CAD0-72B41ECF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2A882-8AEC-E65F-9910-78761990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20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062F-DA00-9284-3228-4E6CD246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BEA731-C29E-29B8-893C-00F662BD3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9E0410-8D3C-AC6B-D0AA-801660799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F23D6E-127F-B647-1AF5-178AC0909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125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FBDC-1B99-77BB-2B89-1315B11C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4600BB-9731-D6FF-22ED-0B882AD9F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B6E654-ECA7-29FF-A3D7-FC0AAECA6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262758-94A6-FD27-43D0-5D7B5B2E6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31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98AD9-4129-FAAB-4322-A1396203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30E740-C7A3-EA83-B587-78D10C51A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81C4E7-E382-DA0B-0B89-B1D2F4555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4471B4-3C70-76C8-BA36-23B20C044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75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7/21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run the example code in server</a:t>
            </a: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B05D-DA8C-5064-B860-868E323C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47536-32C5-5CE6-647C-C40C63E3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56A622B-DCBA-537A-D6ED-A920CE84839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VPN and connect to server 140.96.81.22 with port 22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the environment of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Tenstorrent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into the container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the example code of distributed (since we only have 2 Mesh)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modified example code </a:t>
            </a:r>
          </a:p>
        </p:txBody>
      </p:sp>
    </p:spTree>
    <p:extLst>
      <p:ext uri="{BB962C8B-B14F-4D97-AF65-F5344CB8AC3E}">
        <p14:creationId xmlns:p14="http://schemas.microsoft.com/office/powerpoint/2010/main" val="365084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3B5E-1B74-18C7-150C-A37FB5F7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3E7FF-2269-018E-DD02-A7AFEEDC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– 1 &amp;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3B5B916-5DD3-CD7D-EB1A-9DBC1363995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 instructions in README.md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DF5304D-D4B0-29D8-A683-EC01F0DE8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51" y="3429000"/>
            <a:ext cx="7849695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1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F42-5640-7073-38B3-73C3202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2463C-C226-453E-A06A-3A85037B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–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EAA2EE3-06D2-CB1D-23E0-12D0F4DA8C6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Ctrl + Shift + P and select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Perferences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 Remote Settings (JSON)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“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dev.containers.dockerPath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“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container with command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container_name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Ctrl + Shift + P and select Dev Containers: Attach to Running Container…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container that we just started up, and it should connect to the container with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2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EC31-AFE9-89ED-3D51-CFC23E23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8A07E-EC3D-6A33-9CE6-1D7E15EB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–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874D7F4-2E25-EA28-B189-DFF184C3C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35" y="1830008"/>
            <a:ext cx="4750621" cy="61247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FAC2209-EE49-ADF8-81C2-6FE37C8FE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53" y="3570306"/>
            <a:ext cx="3467584" cy="115268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94D7871-8215-6116-7E2F-C03B2AEBD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851" y="1873888"/>
            <a:ext cx="6100614" cy="4051101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35B47D7-B7A2-71B4-ECEC-6AD528CCEACB}"/>
              </a:ext>
            </a:extLst>
          </p:cNvPr>
          <p:cNvCxnSpPr/>
          <p:nvPr/>
        </p:nvCxnSpPr>
        <p:spPr>
          <a:xfrm>
            <a:off x="2721845" y="2582883"/>
            <a:ext cx="0" cy="846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9D46557-5AA5-F74A-39E2-61B0BC55241A}"/>
              </a:ext>
            </a:extLst>
          </p:cNvPr>
          <p:cNvCxnSpPr/>
          <p:nvPr/>
        </p:nvCxnSpPr>
        <p:spPr>
          <a:xfrm>
            <a:off x="4637314" y="4227616"/>
            <a:ext cx="9500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3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F462-CEF4-B991-50F9-B680B7E6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C3BB3-0160-2BD4-F1A1-EF933FD1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- 4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9562BBB-3EF8-0EE8-9414-3627B3BD404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example code sets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mesh_device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MeshShape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4), but it only has 2 Wormhole chip with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MeshShape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1) in this server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358A909-F055-F399-8E68-A617DF53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1" y="3213739"/>
            <a:ext cx="4588373" cy="2658634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30EC112-41CF-296F-A9B3-2C5324A4818C}"/>
              </a:ext>
            </a:extLst>
          </p:cNvPr>
          <p:cNvCxnSpPr/>
          <p:nvPr/>
        </p:nvCxnSpPr>
        <p:spPr>
          <a:xfrm>
            <a:off x="5367647" y="4543056"/>
            <a:ext cx="13181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01501D3-9362-706D-EE46-120B699CB6C0}"/>
              </a:ext>
            </a:extLst>
          </p:cNvPr>
          <p:cNvSpPr/>
          <p:nvPr/>
        </p:nvSpPr>
        <p:spPr>
          <a:xfrm>
            <a:off x="4304806" y="4712525"/>
            <a:ext cx="326571" cy="213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775A4CF0-2FD3-B34C-6CA1-0A103B94E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001" y="3211973"/>
            <a:ext cx="3933722" cy="2660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7361FEF-0BCE-F1A7-0C52-276FEAC123F4}"/>
              </a:ext>
            </a:extLst>
          </p:cNvPr>
          <p:cNvSpPr/>
          <p:nvPr/>
        </p:nvSpPr>
        <p:spPr>
          <a:xfrm>
            <a:off x="9980221" y="4866904"/>
            <a:ext cx="326571" cy="213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61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E149-8475-78B6-F5AC-C3EA9C8A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42C5B-F82C-9E0E-046D-49A0127C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- 5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E6233F5-4E9D-2346-4B4E-2201BE5D5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677" y="1091690"/>
            <a:ext cx="9270644" cy="56594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AEA654-08DE-6FDD-9647-6FD5247CD7BB}"/>
              </a:ext>
            </a:extLst>
          </p:cNvPr>
          <p:cNvSpPr/>
          <p:nvPr/>
        </p:nvSpPr>
        <p:spPr>
          <a:xfrm>
            <a:off x="1395350" y="5296395"/>
            <a:ext cx="2101933" cy="641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2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6540</TotalTime>
  <Words>191</Words>
  <Application>Microsoft Office PowerPoint</Application>
  <PresentationFormat>寬螢幕</PresentationFormat>
  <Paragraphs>28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佈景主題</vt:lpstr>
      <vt:lpstr>Tenstorrent Progress Report 7/21 林家逸</vt:lpstr>
      <vt:lpstr>Outline</vt:lpstr>
      <vt:lpstr>Steps</vt:lpstr>
      <vt:lpstr>Step – 1 &amp; 2</vt:lpstr>
      <vt:lpstr>Step – 3</vt:lpstr>
      <vt:lpstr>Step – 3</vt:lpstr>
      <vt:lpstr>Step - 4</vt:lpstr>
      <vt:lpstr>Step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166</cp:revision>
  <dcterms:created xsi:type="dcterms:W3CDTF">2025-09-01T15:41:03Z</dcterms:created>
  <dcterms:modified xsi:type="dcterms:W3CDTF">2026-07-20T23:57:13Z</dcterms:modified>
</cp:coreProperties>
</file>