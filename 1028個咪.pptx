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91" r:id="rId3"/>
    <p:sldId id="284" r:id="rId4"/>
    <p:sldId id="285" r:id="rId5"/>
    <p:sldId id="286" r:id="rId6"/>
    <p:sldId id="287" r:id="rId7"/>
    <p:sldId id="28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BCA0-3CCF-D446-A150-6C6D3D40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58AC8-E073-9D05-2FD8-6E52543B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813607-E868-B5BC-36F5-51745DA4E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0E4FD7-DE13-7C30-0DE2-5E9E9F4A9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8429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3FF65-D52B-F5EF-D4B4-6F2D1336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AC65361-3196-05FB-8558-9806BDB2D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C2F063-FAF9-800E-1871-0AC8369B6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DB5839-6F8D-9E16-4379-074FA587C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371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CA9AB-D073-0B75-1627-6B41BA657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B32348-065E-067A-0C07-D89DD1E4E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01A11B-AD0E-FD1D-2939-5BFDBF060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E35278-E5F7-B54A-AA01-EBE141DA5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4964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754D-0B41-F3A2-F923-FEE765B7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B07C2E2-115A-360E-04FE-719548FE0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EFC114-F0B4-1CB5-5D13-3C4194FFF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2AF652-0BBC-EB48-6904-555932FA1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160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9E4AC-7F72-1602-DF48-8DE10F75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5C2258-9348-2D32-4C7F-A86199FB3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A41FE81-9F53-FE0A-141C-8669FF673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61235E-1AF5-71FE-29CF-37E086CCE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93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2025/10/28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10/28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個人咪挺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KD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成果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F1EAD6-CC49-E9B3-CB4A-353D09E5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690688"/>
            <a:ext cx="10058400" cy="453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E5C7-FE58-08CD-2036-B5D6A29DB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85660A-F695-8372-C46E-366B55514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CDE5A-DBF3-6E85-B764-68566994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I5-10500 + 2080Ti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seed = 42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Adam(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1e-4) +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BCELoss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 Dataset as training set (0.8 for training and 0.2 for validating)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Dataset as testing set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Dimension from 1 to 2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is trained with 200 epochs</a:t>
            </a:r>
          </a:p>
        </p:txBody>
      </p:sp>
    </p:spTree>
    <p:extLst>
      <p:ext uri="{BB962C8B-B14F-4D97-AF65-F5344CB8AC3E}">
        <p14:creationId xmlns:p14="http://schemas.microsoft.com/office/powerpoint/2010/main" val="2678518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F032-6FAF-EC28-E19F-1DB62F47E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000692-E1B8-1857-E962-71C68A9D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(Teacher)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C66789-571B-0348-6F74-2AE330A8F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9068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5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35B3-2543-ED70-0181-9EC75EA30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76C65A-3A14-A0E4-FE6F-D07AF8222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(Student w/o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F5078A1-05D3-9E18-25C5-3348BB7D1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9068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80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1204E-6E1F-0F46-FE7D-C6C5F420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CB3DD-9334-9718-0F58-7F407CFE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Curve (Student w/ KD)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5D1642C-117E-F403-7E6C-5369AED99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90688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2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EB92C-1FD1-DAB6-50A9-800745C0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0DA141-294D-BB36-119F-8452E53F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F40B8E5-E7AB-F7E0-2E2B-7E2265D29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427769"/>
              </p:ext>
            </p:extLst>
          </p:nvPr>
        </p:nvGraphicFramePr>
        <p:xfrm>
          <a:off x="1552979" y="2276084"/>
          <a:ext cx="9086040" cy="230583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135755">
                  <a:extLst>
                    <a:ext uri="{9D8B030D-6E8A-4147-A177-3AD203B41FA5}">
                      <a16:colId xmlns:a16="http://schemas.microsoft.com/office/drawing/2014/main" val="151115846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3023871643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058900106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57128015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3359178379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2492090101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1069113021"/>
                    </a:ext>
                  </a:extLst>
                </a:gridCol>
                <a:gridCol w="1135755">
                  <a:extLst>
                    <a:ext uri="{9D8B030D-6E8A-4147-A177-3AD203B41FA5}">
                      <a16:colId xmlns:a16="http://schemas.microsoft.com/office/drawing/2014/main" val="543955845"/>
                    </a:ext>
                  </a:extLst>
                </a:gridCol>
              </a:tblGrid>
              <a:tr h="57645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509432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Teacher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88.24%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85.97%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00B0F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239543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Student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69.68%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78.28%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632760"/>
                  </a:ext>
                </a:extLst>
              </a:tr>
              <a:tr h="57645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KD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57.92%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70.59%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76.92%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6317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260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3337</TotalTime>
  <Words>138</Words>
  <Application>Microsoft Office PowerPoint</Application>
  <PresentationFormat>寬螢幕</PresentationFormat>
  <Paragraphs>51</Paragraphs>
  <Slides>7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標楷體</vt:lpstr>
      <vt:lpstr>Aptos</vt:lpstr>
      <vt:lpstr>Aptos Display</vt:lpstr>
      <vt:lpstr>Arial</vt:lpstr>
      <vt:lpstr>Times New Roman</vt:lpstr>
      <vt:lpstr>Office 佈景主題</vt:lpstr>
      <vt:lpstr>10/28 個人咪挺 KD成果</vt:lpstr>
      <vt:lpstr>Recall</vt:lpstr>
      <vt:lpstr>Train Setting</vt:lpstr>
      <vt:lpstr>Loss Curve (Teacher)</vt:lpstr>
      <vt:lpstr>Loss Curve (Student w/o KD)</vt:lpstr>
      <vt:lpstr>Loss Curve (Student w/ KD)</vt:lpstr>
      <vt:lpstr>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40</cp:revision>
  <dcterms:created xsi:type="dcterms:W3CDTF">2025-09-01T15:41:03Z</dcterms:created>
  <dcterms:modified xsi:type="dcterms:W3CDTF">2025-10-28T19:32:26Z</dcterms:modified>
</cp:coreProperties>
</file>