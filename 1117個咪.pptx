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6" r:id="rId2"/>
    <p:sldId id="291" r:id="rId3"/>
    <p:sldId id="289" r:id="rId4"/>
    <p:sldId id="293" r:id="rId5"/>
    <p:sldId id="294" r:id="rId6"/>
    <p:sldId id="295" r:id="rId7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7" autoAdjust="0"/>
    <p:restoredTop sz="94660"/>
  </p:normalViewPr>
  <p:slideViewPr>
    <p:cSldViewPr snapToGrid="0">
      <p:cViewPr varScale="1">
        <p:scale>
          <a:sx n="152" d="100"/>
          <a:sy n="152" d="100"/>
        </p:scale>
        <p:origin x="588" y="1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41702F5-EEC7-43F1-8753-E49F1251FB00}" type="datetimeFigureOut">
              <a:rPr lang="zh-TW" altLang="en-US" smtClean="0"/>
              <a:t>2025/11/18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636AB37-21CE-43C9-98D2-EEC12DC16FE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830484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238709-312E-164A-E169-609D394216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BD8F1E5F-1FC2-C3B3-8E6D-3710EFE609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01094909-9C90-7255-9694-C2DE91F525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FF29F62-47CE-9A63-BD96-475DD4A6718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6AB37-21CE-43C9-98D2-EEC12DC16FEF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286178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67EEA4-EF2C-12B1-B4B6-5F59F377D1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56AA1F26-6133-392D-D614-8F9E57C5C9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24BC2F93-0E42-7372-9EC5-7103A78B36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EB6290C-DE46-AC15-6C2D-ACA06AF97C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6AB37-21CE-43C9-98D2-EEC12DC16FEF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8684691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AEAA33-87C5-26B5-830A-9608F07E92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1B2C0AAF-CCFB-C619-2FE5-CE0C131DA5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12C961B9-B612-6535-A0F8-383C837661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A071AA4-296D-FAD5-0C29-4F834A3876E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6AB37-21CE-43C9-98D2-EEC12DC16FEF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9879920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E1B16B-B814-D3EA-08B0-4484D0AD0F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7EE244C6-0529-1C0E-91F9-CCF4827ECA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10053834-F04F-68CA-D108-977AACEE03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7AAEC3F-258B-831E-3C80-01FF1BB5E4B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6AB37-21CE-43C9-98D2-EEC12DC16FEF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9013363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AA9613-3BA0-78D4-5B83-B78759AC7C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F4A7F7CC-5407-6C51-6F80-281BCDB024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A4E3C8B6-1D57-5C1E-E2FC-3F036BBB11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BF33AC6-023A-65F6-EC8B-67F057CE658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6AB37-21CE-43C9-98D2-EEC12DC16FEF}" type="slidenum">
              <a:rPr lang="zh-TW" altLang="en-US" smtClean="0"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350768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AD4DCBA-51AC-D91B-47BB-225CDD2CAE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8BD35443-63AB-3EC9-4C95-14517F26F5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E7DC0BC-8B6B-5D06-F648-6BEC56232C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97C4A-BE63-4EF5-B0E1-B2249042B5A8}" type="datetimeFigureOut">
              <a:rPr lang="zh-TW" altLang="en-US" smtClean="0"/>
              <a:t>2025/11/18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CA1CF83-B8C3-0527-DB73-39EF864D53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D3C2DC4-176A-869E-5524-2BB4AC92F9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752782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BCE5284-E6A7-DB8E-F4AD-683E722844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DC3518F-E7CF-A5A9-772C-686B8E7618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12D7864-750A-0C68-0679-1E0658508A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97C4A-BE63-4EF5-B0E1-B2249042B5A8}" type="datetimeFigureOut">
              <a:rPr lang="zh-TW" altLang="en-US" smtClean="0"/>
              <a:t>2025/11/18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17D2C57-3681-4A39-E0B0-4A4A938647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E25840A-99A4-0733-D2A5-3C6DA7AB03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519911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62A5DA9-35BA-51E2-0602-E45F73A0E5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A970AA28-5A70-EF53-8E37-3BBF60A72F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E086CC4-5AE6-24A5-8E01-5AA15EE9EA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97C4A-BE63-4EF5-B0E1-B2249042B5A8}" type="datetimeFigureOut">
              <a:rPr lang="zh-TW" altLang="en-US" smtClean="0"/>
              <a:t>2025/11/18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2E24F4A-A52C-43FE-C759-83753D3DA8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19929D9-41D6-A96B-F658-3093CF768E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441346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0667688-E3C2-365B-E7B1-3A09A26F33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EB6CCC1-A33B-201B-5126-CC5DF3A3AEC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8EDB83EA-3693-E5A1-4DA0-D7C260403D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68A9F6EB-DF8A-7785-28B5-E1DD7893C0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97C4A-BE63-4EF5-B0E1-B2249042B5A8}" type="datetimeFigureOut">
              <a:rPr lang="zh-TW" altLang="en-US" smtClean="0"/>
              <a:t>2025/11/18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1B4D81CD-4A15-EB38-5E54-9CF64E96B0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707FE8CD-30B4-82D9-6A3D-B5B7948D73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973389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38288C8-1A78-D9CD-48BD-C78FC8C856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83F2DA23-D978-4625-4958-134BDCAE95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9A290B02-5C50-D04F-76AD-4D18BB038A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0D1D64ED-6A45-9F9E-18DB-FAFE0C04788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15BFBE9D-957A-678B-4E8F-6BF86C2A032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94BA2C9A-E056-8B84-773D-956B58F4AB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97C4A-BE63-4EF5-B0E1-B2249042B5A8}" type="datetimeFigureOut">
              <a:rPr lang="zh-TW" altLang="en-US" smtClean="0"/>
              <a:t>2025/11/18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252D1E4F-C411-E9C1-184F-C47589427E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B52ED124-F997-8EDB-DC6D-5791A12779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537539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F578DDD-85A0-8A88-85BC-77BC25968E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AD3DC6CF-DE9A-8D77-4454-27F7EC81C8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97C4A-BE63-4EF5-B0E1-B2249042B5A8}" type="datetimeFigureOut">
              <a:rPr lang="zh-TW" altLang="en-US" smtClean="0"/>
              <a:t>2025/11/18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B63892C1-B560-38AF-0E46-C7384C100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78D7D0F1-C437-5040-82FC-AEB9ADA05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121086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C2FC309F-5D21-2DC0-2299-EECC9A91B4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97C4A-BE63-4EF5-B0E1-B2249042B5A8}" type="datetimeFigureOut">
              <a:rPr lang="zh-TW" altLang="en-US" smtClean="0"/>
              <a:t>2025/11/18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9B7DFA01-E969-6DD8-CB5B-DDAB9A55D1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E4946CC-D32E-B973-93C3-DF7B666B55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823540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30BF451-5FC6-82F6-637D-0F7A83332F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D9D7F59-F1BE-F3D4-37A5-69E826EB80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1A7818BD-75ED-0ED7-9684-90CF26D314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2059D47E-1CD2-7F02-8736-BEA8066F9B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97C4A-BE63-4EF5-B0E1-B2249042B5A8}" type="datetimeFigureOut">
              <a:rPr lang="zh-TW" altLang="en-US" smtClean="0"/>
              <a:t>2025/11/18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F4970CE9-FE59-884B-AA87-6525267E3D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C98824D4-B6A6-7EC0-3559-C0116A43DD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53567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9B3BD5F-7280-1728-56F0-858936365F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90250C36-27A7-A928-3E18-262A19162A1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4326AF92-F7AE-DFE9-668F-2301504B8A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3265A76F-A3EE-A51A-DFE1-4ED26DB12C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97C4A-BE63-4EF5-B0E1-B2249042B5A8}" type="datetimeFigureOut">
              <a:rPr lang="zh-TW" altLang="en-US" smtClean="0"/>
              <a:t>2025/11/18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5A6173AB-9719-AA37-2A31-BF074D476E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761EE834-E54F-316C-CB95-5DEDD844F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232994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CFFA9E8-094A-D4BE-26F7-3C24200EF6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86962626-7AC7-B1E5-C4CC-9DEEDC124D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AC26FA6-3AB6-5F0F-96BC-7C1E58F0E8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97C4A-BE63-4EF5-B0E1-B2249042B5A8}" type="datetimeFigureOut">
              <a:rPr lang="zh-TW" altLang="en-US" smtClean="0"/>
              <a:t>2025/11/18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79942ED-8906-52F9-E382-E7C8FEF53E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2B9C5B7-32BF-6057-C07A-F35836BF19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913248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C563645D-7CB2-6F76-9456-8622C20F0E4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62D5E55E-6695-B7B7-9C3E-81A7FA8CE0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C7D1E62-79D6-81D5-417F-04A1836052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97C4A-BE63-4EF5-B0E1-B2249042B5A8}" type="datetimeFigureOut">
              <a:rPr lang="zh-TW" altLang="en-US" smtClean="0"/>
              <a:t>2025/11/18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77AB272-8120-A724-2DD5-02DF78AAD2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95E0427-9A80-23C2-23DD-0E0788B5DD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020785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AFC02BF7-E234-88FF-25C1-67A0168DBF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AFF9B0BC-6ECF-7838-6875-F96D7CEC29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E6892DF-9D40-70F0-ADDE-D0298766F75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F697C4A-BE63-4EF5-B0E1-B2249042B5A8}" type="datetimeFigureOut">
              <a:rPr lang="zh-TW" altLang="en-US" smtClean="0"/>
              <a:t>2025/11/18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584B6F0-6550-3CE3-1E23-FA4AEE9213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081F80E-2576-6419-3956-6B702AF862B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383010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B6E718C-0417-3EF3-A019-EEE0579E7A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88438" y="2672204"/>
            <a:ext cx="9015124" cy="1513592"/>
          </a:xfrm>
        </p:spPr>
        <p:txBody>
          <a:bodyPr>
            <a:noAutofit/>
          </a:bodyPr>
          <a:lstStyle/>
          <a:p>
            <a:r>
              <a:rPr lang="en-US" altLang="zh-TW" sz="7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11/17 </a:t>
            </a:r>
            <a:r>
              <a:rPr lang="zh-TW" altLang="en-US" sz="7200" dirty="0">
                <a:latin typeface="標楷體" panose="03000509000000000000" pitchFamily="65" charset="-120"/>
                <a:ea typeface="標楷體" panose="03000509000000000000" pitchFamily="65" charset="-120"/>
              </a:rPr>
              <a:t>個人咪挺</a:t>
            </a:r>
            <a:br>
              <a:rPr lang="en-US" altLang="zh-TW" sz="7200" dirty="0">
                <a:latin typeface="標楷體" panose="03000509000000000000" pitchFamily="65" charset="-120"/>
                <a:ea typeface="標楷體" panose="03000509000000000000" pitchFamily="65" charset="-120"/>
              </a:rPr>
            </a:br>
            <a:r>
              <a:rPr lang="en-US" altLang="zh-TW" sz="3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KD with static factors</a:t>
            </a:r>
            <a:endParaRPr lang="zh-TW" altLang="en-US" sz="32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56840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46F375-72CE-717C-7CCE-D3F9838750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1B1FE8D-2754-CFBD-1599-C448F95264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Recall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32F1EAD6-CC49-E9B3-CB4A-353D09E55A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00" y="1690688"/>
            <a:ext cx="10058400" cy="4534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35491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5AAFCA-BE2E-CABC-C2A8-4C4EA6A50E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DE19F89-52AD-B445-76D8-1F10CB3D15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Recall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F5116446-8AE7-F2BA-0735-2F507E6A2D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40728" y="365125"/>
            <a:ext cx="5110543" cy="6125402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94A54AF9-20D1-F14A-BC7E-47D504A4716E}"/>
              </a:ext>
            </a:extLst>
          </p:cNvPr>
          <p:cNvSpPr/>
          <p:nvPr/>
        </p:nvSpPr>
        <p:spPr>
          <a:xfrm>
            <a:off x="4099456" y="2503861"/>
            <a:ext cx="1644694" cy="282298"/>
          </a:xfrm>
          <a:prstGeom prst="rect">
            <a:avLst/>
          </a:prstGeom>
          <a:noFill/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7D684923-69A0-564A-2945-70E716137304}"/>
              </a:ext>
            </a:extLst>
          </p:cNvPr>
          <p:cNvSpPr/>
          <p:nvPr/>
        </p:nvSpPr>
        <p:spPr>
          <a:xfrm>
            <a:off x="4099458" y="2786158"/>
            <a:ext cx="1996542" cy="570733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D5B2ACE-3057-D882-AD6D-8BF015C4D9A5}"/>
              </a:ext>
            </a:extLst>
          </p:cNvPr>
          <p:cNvSpPr/>
          <p:nvPr/>
        </p:nvSpPr>
        <p:spPr>
          <a:xfrm>
            <a:off x="4099456" y="3356891"/>
            <a:ext cx="2595915" cy="87757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90C8E7A-3300-E18D-5F37-1760F580475D}"/>
              </a:ext>
            </a:extLst>
          </p:cNvPr>
          <p:cNvSpPr/>
          <p:nvPr/>
        </p:nvSpPr>
        <p:spPr>
          <a:xfrm>
            <a:off x="4099456" y="4234470"/>
            <a:ext cx="2055867" cy="1460585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212608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F3CD5E-48F8-CF79-9AC0-99CFF0BD9A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圖片 6">
            <a:extLst>
              <a:ext uri="{FF2B5EF4-FFF2-40B4-BE49-F238E27FC236}">
                <a16:creationId xmlns:a16="http://schemas.microsoft.com/office/drawing/2014/main" id="{F884997A-E42A-B2E6-7C02-B2C5E15D91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920875"/>
            <a:ext cx="6096000" cy="4572000"/>
          </a:xfrm>
          <a:prstGeom prst="rect">
            <a:avLst/>
          </a:prstGeom>
        </p:spPr>
      </p:pic>
      <p:pic>
        <p:nvPicPr>
          <p:cNvPr id="4" name="圖片 3">
            <a:extLst>
              <a:ext uri="{FF2B5EF4-FFF2-40B4-BE49-F238E27FC236}">
                <a16:creationId xmlns:a16="http://schemas.microsoft.com/office/drawing/2014/main" id="{544CEA90-3C2E-8536-D5A8-F3CA0535C3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920875"/>
            <a:ext cx="6096000" cy="4572000"/>
          </a:xfrm>
          <a:prstGeom prst="rect">
            <a:avLst/>
          </a:prstGeom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35FDAF66-5C5C-7994-E3F6-DD35DB409B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Loss Curve (logit)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3771BFF8-B42E-01F1-7BFE-A86E007912E5}"/>
              </a:ext>
            </a:extLst>
          </p:cNvPr>
          <p:cNvSpPr txBox="1"/>
          <p:nvPr/>
        </p:nvSpPr>
        <p:spPr>
          <a:xfrm>
            <a:off x="2718230" y="1920875"/>
            <a:ext cx="6595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Train</a:t>
            </a:r>
            <a:endParaRPr lang="zh-TW" altLang="en-US" dirty="0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D5DF6124-0C2C-75AD-9483-D3A2A49A0D6E}"/>
              </a:ext>
            </a:extLst>
          </p:cNvPr>
          <p:cNvSpPr txBox="1"/>
          <p:nvPr/>
        </p:nvSpPr>
        <p:spPr>
          <a:xfrm>
            <a:off x="8648031" y="1920875"/>
            <a:ext cx="9919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Validate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3952116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FCAC93-9B75-A7DD-082D-806FF072AE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圖片 9">
            <a:extLst>
              <a:ext uri="{FF2B5EF4-FFF2-40B4-BE49-F238E27FC236}">
                <a16:creationId xmlns:a16="http://schemas.microsoft.com/office/drawing/2014/main" id="{8A99434E-E0EE-86BD-5986-3DA7D7EBFB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920875"/>
            <a:ext cx="6096000" cy="4572000"/>
          </a:xfrm>
          <a:prstGeom prst="rect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563299C9-DD4A-DBB2-96B1-10D93BCAE9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920875"/>
            <a:ext cx="6096000" cy="4572000"/>
          </a:xfrm>
          <a:prstGeom prst="rect">
            <a:avLst/>
          </a:prstGeom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400228B4-C8F0-5D8B-C3F1-4C4B2EAFB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Loss Curve (feature)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89FB1642-207B-3A12-8C67-117C6AB12F5D}"/>
              </a:ext>
            </a:extLst>
          </p:cNvPr>
          <p:cNvSpPr txBox="1"/>
          <p:nvPr/>
        </p:nvSpPr>
        <p:spPr>
          <a:xfrm>
            <a:off x="2718230" y="1920875"/>
            <a:ext cx="6595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Train</a:t>
            </a:r>
            <a:endParaRPr lang="zh-TW" altLang="en-US" dirty="0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0D27C7F5-81D5-694B-682F-79932008A4AD}"/>
              </a:ext>
            </a:extLst>
          </p:cNvPr>
          <p:cNvSpPr txBox="1"/>
          <p:nvPr/>
        </p:nvSpPr>
        <p:spPr>
          <a:xfrm>
            <a:off x="8648031" y="1920875"/>
            <a:ext cx="9919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Validate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2878771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6BE657-3F80-93B7-6150-885E5E1C40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圖片 6">
            <a:extLst>
              <a:ext uri="{FF2B5EF4-FFF2-40B4-BE49-F238E27FC236}">
                <a16:creationId xmlns:a16="http://schemas.microsoft.com/office/drawing/2014/main" id="{956D1F8D-2FFC-2C0F-D898-4B3530F1B6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920875"/>
            <a:ext cx="6096000" cy="4572000"/>
          </a:xfrm>
          <a:prstGeom prst="rect">
            <a:avLst/>
          </a:prstGeom>
        </p:spPr>
      </p:pic>
      <p:pic>
        <p:nvPicPr>
          <p:cNvPr id="4" name="圖片 3">
            <a:extLst>
              <a:ext uri="{FF2B5EF4-FFF2-40B4-BE49-F238E27FC236}">
                <a16:creationId xmlns:a16="http://schemas.microsoft.com/office/drawing/2014/main" id="{4D82B651-608E-9FC4-A571-ADA00E9510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920875"/>
            <a:ext cx="6096000" cy="4572000"/>
          </a:xfrm>
          <a:prstGeom prst="rect">
            <a:avLst/>
          </a:prstGeom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DD614422-1A58-D26B-C2C4-70907FE2AF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Loss Curve </a:t>
            </a:r>
            <a:r>
              <a:rPr lang="en-US" altLang="zh-TW">
                <a:latin typeface="Times New Roman" panose="02020603050405020304" pitchFamily="18" charset="0"/>
                <a:cs typeface="Times New Roman" panose="02020603050405020304" pitchFamily="18" charset="0"/>
              </a:rPr>
              <a:t>(both)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4A1809DA-130D-9239-5A08-44C1CB0438C4}"/>
              </a:ext>
            </a:extLst>
          </p:cNvPr>
          <p:cNvSpPr txBox="1"/>
          <p:nvPr/>
        </p:nvSpPr>
        <p:spPr>
          <a:xfrm>
            <a:off x="2718230" y="1920875"/>
            <a:ext cx="6595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Train</a:t>
            </a:r>
            <a:endParaRPr lang="zh-TW" altLang="en-US" dirty="0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979ED1BF-CE9E-350D-99F5-A7B4DDE4983D}"/>
              </a:ext>
            </a:extLst>
          </p:cNvPr>
          <p:cNvSpPr txBox="1"/>
          <p:nvPr/>
        </p:nvSpPr>
        <p:spPr>
          <a:xfrm>
            <a:off x="8648031" y="1920875"/>
            <a:ext cx="9919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Validate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6794518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3374</TotalTime>
  <Words>37</Words>
  <Application>Microsoft Office PowerPoint</Application>
  <PresentationFormat>寬螢幕</PresentationFormat>
  <Paragraphs>17</Paragraphs>
  <Slides>6</Slides>
  <Notes>5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6</vt:i4>
      </vt:variant>
    </vt:vector>
  </HeadingPairs>
  <TitlesOfParts>
    <vt:vector size="12" baseType="lpstr">
      <vt:lpstr>標楷體</vt:lpstr>
      <vt:lpstr>Aptos</vt:lpstr>
      <vt:lpstr>Aptos Display</vt:lpstr>
      <vt:lpstr>Arial</vt:lpstr>
      <vt:lpstr>Times New Roman</vt:lpstr>
      <vt:lpstr>Office 佈景主題</vt:lpstr>
      <vt:lpstr>11/17 個人咪挺 KD with static factors</vt:lpstr>
      <vt:lpstr>Recall</vt:lpstr>
      <vt:lpstr>Recall</vt:lpstr>
      <vt:lpstr>Loss Curve (logit)</vt:lpstr>
      <vt:lpstr>Loss Curve (feature)</vt:lpstr>
      <vt:lpstr>Loss Curve (both)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林家逸</dc:creator>
  <cp:lastModifiedBy>林家逸</cp:lastModifiedBy>
  <cp:revision>50</cp:revision>
  <dcterms:created xsi:type="dcterms:W3CDTF">2025-09-01T15:41:03Z</dcterms:created>
  <dcterms:modified xsi:type="dcterms:W3CDTF">2025-11-18T00:30:39Z</dcterms:modified>
</cp:coreProperties>
</file>